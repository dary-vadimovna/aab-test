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2" r:id="rId6"/>
    <p:sldId id="269" r:id="rId7"/>
    <p:sldId id="260" r:id="rId8"/>
    <p:sldId id="265" r:id="rId9"/>
  </p:sldIdLst>
  <p:sldSz cx="18288000" cy="10287000"/>
  <p:notesSz cx="6858000" cy="9144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  <p:embeddedFont>
      <p:font typeface="Montserrat Bold" panose="020B0604020202020204" charset="-52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E9DC"/>
    <a:srgbClr val="007033"/>
    <a:srgbClr val="E9F5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a Bogdanova" userId="e13a454eef8ffc2c" providerId="LiveId" clId="{6F78F419-06E8-4A20-B98B-6C0451B58418}"/>
    <pc:docChg chg="undo custSel addSld delSld modSld sldOrd">
      <pc:chgData name="Daria Bogdanova" userId="e13a454eef8ffc2c" providerId="LiveId" clId="{6F78F419-06E8-4A20-B98B-6C0451B58418}" dt="2026-09-20T18:19:36.912" v="2312" actId="20577"/>
      <pc:docMkLst>
        <pc:docMk/>
      </pc:docMkLst>
      <pc:sldChg chg="addSp delSp modSp mod">
        <pc:chgData name="Daria Bogdanova" userId="e13a454eef8ffc2c" providerId="LiveId" clId="{6F78F419-06E8-4A20-B98B-6C0451B58418}" dt="2026-09-20T18:10:33.856" v="2033"/>
        <pc:sldMkLst>
          <pc:docMk/>
          <pc:sldMk cId="0" sldId="256"/>
        </pc:sldMkLst>
        <pc:spChg chg="del">
          <ac:chgData name="Daria Bogdanova" userId="e13a454eef8ffc2c" providerId="LiveId" clId="{6F78F419-06E8-4A20-B98B-6C0451B58418}" dt="2026-09-19T21:18:19.629" v="16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Daria Bogdanova" userId="e13a454eef8ffc2c" providerId="LiveId" clId="{6F78F419-06E8-4A20-B98B-6C0451B58418}" dt="2026-09-19T21:20:15.952" v="61" actId="1076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Daria Bogdanova" userId="e13a454eef8ffc2c" providerId="LiveId" clId="{6F78F419-06E8-4A20-B98B-6C0451B58418}" dt="2026-09-19T21:18:37.109" v="27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Daria Bogdanova" userId="e13a454eef8ffc2c" providerId="LiveId" clId="{6F78F419-06E8-4A20-B98B-6C0451B58418}" dt="2026-09-19T21:18:37.108" v="25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Daria Bogdanova" userId="e13a454eef8ffc2c" providerId="LiveId" clId="{6F78F419-06E8-4A20-B98B-6C0451B58418}" dt="2026-09-19T21:18:19.632" v="18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Daria Bogdanova" userId="e13a454eef8ffc2c" providerId="LiveId" clId="{6F78F419-06E8-4A20-B98B-6C0451B58418}" dt="2026-09-19T21:18:40.185" v="29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18:45.607" v="31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18:37.105" v="23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18:43.198" v="30" actId="478"/>
          <ac:spMkLst>
            <pc:docMk/>
            <pc:sldMk cId="0" sldId="256"/>
            <ac:spMk id="13" creationId="{00000000-0000-0000-0000-000000000000}"/>
          </ac:spMkLst>
        </pc:spChg>
        <pc:spChg chg="mod">
          <ac:chgData name="Daria Bogdanova" userId="e13a454eef8ffc2c" providerId="LiveId" clId="{6F78F419-06E8-4A20-B98B-6C0451B58418}" dt="2026-09-19T21:20:59.996" v="66" actId="20577"/>
          <ac:spMkLst>
            <pc:docMk/>
            <pc:sldMk cId="0" sldId="256"/>
            <ac:spMk id="14" creationId="{00000000-0000-0000-0000-000000000000}"/>
          </ac:spMkLst>
        </pc:spChg>
        <pc:spChg chg="add mod">
          <ac:chgData name="Daria Bogdanova" userId="e13a454eef8ffc2c" providerId="LiveId" clId="{6F78F419-06E8-4A20-B98B-6C0451B58418}" dt="2026-09-20T18:10:33.856" v="2033"/>
          <ac:spMkLst>
            <pc:docMk/>
            <pc:sldMk cId="0" sldId="256"/>
            <ac:spMk id="16" creationId="{E51566C5-F197-C55C-AB08-2B71D09529B7}"/>
          </ac:spMkLst>
        </pc:spChg>
        <pc:grpChg chg="mod">
          <ac:chgData name="Daria Bogdanova" userId="e13a454eef8ffc2c" providerId="LiveId" clId="{6F78F419-06E8-4A20-B98B-6C0451B58418}" dt="2026-09-19T21:20:13.183" v="60" actId="14100"/>
          <ac:grpSpMkLst>
            <pc:docMk/>
            <pc:sldMk cId="0" sldId="256"/>
            <ac:grpSpMk id="2" creationId="{00000000-0000-0000-0000-000000000000}"/>
          </ac:grpSpMkLst>
        </pc:grpChg>
      </pc:sldChg>
      <pc:sldChg chg="addSp delSp modSp mod">
        <pc:chgData name="Daria Bogdanova" userId="e13a454eef8ffc2c" providerId="LiveId" clId="{6F78F419-06E8-4A20-B98B-6C0451B58418}" dt="2026-09-19T21:40:22.547" v="133" actId="113"/>
        <pc:sldMkLst>
          <pc:docMk/>
          <pc:sldMk cId="0" sldId="257"/>
        </pc:sldMkLst>
        <pc:spChg chg="mod">
          <ac:chgData name="Daria Bogdanova" userId="e13a454eef8ffc2c" providerId="LiveId" clId="{6F78F419-06E8-4A20-B98B-6C0451B58418}" dt="2026-09-19T21:24:24.630" v="84" actId="404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Daria Bogdanova" userId="e13a454eef8ffc2c" providerId="LiveId" clId="{6F78F419-06E8-4A20-B98B-6C0451B58418}" dt="2026-09-19T21:24:43.061" v="89"/>
          <ac:spMkLst>
            <pc:docMk/>
            <pc:sldMk cId="0" sldId="257"/>
            <ac:spMk id="8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24:55.868" v="97" actId="478"/>
          <ac:spMkLst>
            <pc:docMk/>
            <pc:sldMk cId="0" sldId="257"/>
            <ac:spMk id="9" creationId="{00000000-0000-0000-0000-000000000000}"/>
          </ac:spMkLst>
        </pc:spChg>
        <pc:spChg chg="del mod">
          <ac:chgData name="Daria Bogdanova" userId="e13a454eef8ffc2c" providerId="LiveId" clId="{6F78F419-06E8-4A20-B98B-6C0451B58418}" dt="2026-09-19T21:24:50.830" v="95"/>
          <ac:spMkLst>
            <pc:docMk/>
            <pc:sldMk cId="0" sldId="257"/>
            <ac:spMk id="10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25:05.776" v="100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24:43.059" v="87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25:00.378" v="98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24:50.828" v="93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25:08.366" v="101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24:45.204" v="90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25:02.443" v="99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24:53.208" v="96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25:10.477" v="102" actId="478"/>
          <ac:spMkLst>
            <pc:docMk/>
            <pc:sldMk cId="0" sldId="257"/>
            <ac:spMk id="19" creationId="{00000000-0000-0000-0000-000000000000}"/>
          </ac:spMkLst>
        </pc:spChg>
        <pc:spChg chg="add mod">
          <ac:chgData name="Daria Bogdanova" userId="e13a454eef8ffc2c" providerId="LiveId" clId="{6F78F419-06E8-4A20-B98B-6C0451B58418}" dt="2026-09-19T21:40:22.547" v="133" actId="113"/>
          <ac:spMkLst>
            <pc:docMk/>
            <pc:sldMk cId="0" sldId="257"/>
            <ac:spMk id="21" creationId="{87657132-3540-5800-02CC-AE0B228D1BAC}"/>
          </ac:spMkLst>
        </pc:spChg>
      </pc:sldChg>
      <pc:sldChg chg="addSp delSp modSp mod">
        <pc:chgData name="Daria Bogdanova" userId="e13a454eef8ffc2c" providerId="LiveId" clId="{6F78F419-06E8-4A20-B98B-6C0451B58418}" dt="2026-09-20T18:16:49.328" v="2280" actId="20577"/>
        <pc:sldMkLst>
          <pc:docMk/>
          <pc:sldMk cId="0" sldId="258"/>
        </pc:sldMkLst>
        <pc:spChg chg="mod">
          <ac:chgData name="Daria Bogdanova" userId="e13a454eef8ffc2c" providerId="LiveId" clId="{6F78F419-06E8-4A20-B98B-6C0451B58418}" dt="2026-09-19T21:58:13.088" v="245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Daria Bogdanova" userId="e13a454eef8ffc2c" providerId="LiveId" clId="{6F78F419-06E8-4A20-B98B-6C0451B58418}" dt="2026-09-19T22:02:09.339" v="296" actId="207"/>
          <ac:spMkLst>
            <pc:docMk/>
            <pc:sldMk cId="0" sldId="258"/>
            <ac:spMk id="6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2:01:08.845" v="291" actId="478"/>
          <ac:spMkLst>
            <pc:docMk/>
            <pc:sldMk cId="0" sldId="258"/>
            <ac:spMk id="15" creationId="{00000000-0000-0000-0000-000000000000}"/>
          </ac:spMkLst>
        </pc:spChg>
        <pc:spChg chg="mod">
          <ac:chgData name="Daria Bogdanova" userId="e13a454eef8ffc2c" providerId="LiveId" clId="{6F78F419-06E8-4A20-B98B-6C0451B58418}" dt="2026-09-19T21:58:04.606" v="243" actId="1076"/>
          <ac:spMkLst>
            <pc:docMk/>
            <pc:sldMk cId="0" sldId="258"/>
            <ac:spMk id="29" creationId="{00000000-0000-0000-0000-000000000000}"/>
          </ac:spMkLst>
        </pc:spChg>
        <pc:spChg chg="del mod">
          <ac:chgData name="Daria Bogdanova" userId="e13a454eef8ffc2c" providerId="LiveId" clId="{6F78F419-06E8-4A20-B98B-6C0451B58418}" dt="2026-09-19T21:57:05.510" v="228" actId="21"/>
          <ac:spMkLst>
            <pc:docMk/>
            <pc:sldMk cId="0" sldId="258"/>
            <ac:spMk id="30" creationId="{00000000-0000-0000-0000-000000000000}"/>
          </ac:spMkLst>
        </pc:spChg>
        <pc:spChg chg="mod">
          <ac:chgData name="Daria Bogdanova" userId="e13a454eef8ffc2c" providerId="LiveId" clId="{6F78F419-06E8-4A20-B98B-6C0451B58418}" dt="2026-09-19T21:58:00.173" v="242" actId="1076"/>
          <ac:spMkLst>
            <pc:docMk/>
            <pc:sldMk cId="0" sldId="258"/>
            <ac:spMk id="39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56:12.454" v="203" actId="478"/>
          <ac:spMkLst>
            <pc:docMk/>
            <pc:sldMk cId="0" sldId="258"/>
            <ac:spMk id="40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58:19.321" v="246" actId="478"/>
          <ac:spMkLst>
            <pc:docMk/>
            <pc:sldMk cId="0" sldId="258"/>
            <ac:spMk id="41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58:32.400" v="249" actId="478"/>
          <ac:spMkLst>
            <pc:docMk/>
            <pc:sldMk cId="0" sldId="258"/>
            <ac:spMk id="42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58:40.514" v="252" actId="478"/>
          <ac:spMkLst>
            <pc:docMk/>
            <pc:sldMk cId="0" sldId="258"/>
            <ac:spMk id="43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58:47.239" v="256" actId="478"/>
          <ac:spMkLst>
            <pc:docMk/>
            <pc:sldMk cId="0" sldId="258"/>
            <ac:spMk id="44" creationId="{00000000-0000-0000-0000-000000000000}"/>
          </ac:spMkLst>
        </pc:spChg>
        <pc:spChg chg="del mod">
          <ac:chgData name="Daria Bogdanova" userId="e13a454eef8ffc2c" providerId="LiveId" clId="{6F78F419-06E8-4A20-B98B-6C0451B58418}" dt="2026-09-19T21:57:47.317" v="239" actId="478"/>
          <ac:spMkLst>
            <pc:docMk/>
            <pc:sldMk cId="0" sldId="258"/>
            <ac:spMk id="45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58:36.304" v="250" actId="478"/>
          <ac:spMkLst>
            <pc:docMk/>
            <pc:sldMk cId="0" sldId="258"/>
            <ac:spMk id="46" creationId="{00000000-0000-0000-0000-000000000000}"/>
          </ac:spMkLst>
        </pc:spChg>
        <pc:spChg chg="del mod">
          <ac:chgData name="Daria Bogdanova" userId="e13a454eef8ffc2c" providerId="LiveId" clId="{6F78F419-06E8-4A20-B98B-6C0451B58418}" dt="2026-09-19T21:58:43.347" v="254" actId="478"/>
          <ac:spMkLst>
            <pc:docMk/>
            <pc:sldMk cId="0" sldId="258"/>
            <ac:spMk id="47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58:49.501" v="257" actId="478"/>
          <ac:spMkLst>
            <pc:docMk/>
            <pc:sldMk cId="0" sldId="258"/>
            <ac:spMk id="48" creationId="{00000000-0000-0000-0000-000000000000}"/>
          </ac:spMkLst>
        </pc:spChg>
        <pc:spChg chg="mod">
          <ac:chgData name="Daria Bogdanova" userId="e13a454eef8ffc2c" providerId="LiveId" clId="{6F78F419-06E8-4A20-B98B-6C0451B58418}" dt="2026-09-19T21:59:34.336" v="264"/>
          <ac:spMkLst>
            <pc:docMk/>
            <pc:sldMk cId="0" sldId="258"/>
            <ac:spMk id="50" creationId="{8F4B4D37-C7EA-CF5C-9D26-184C389334DE}"/>
          </ac:spMkLst>
        </pc:spChg>
        <pc:spChg chg="mod">
          <ac:chgData name="Daria Bogdanova" userId="e13a454eef8ffc2c" providerId="LiveId" clId="{6F78F419-06E8-4A20-B98B-6C0451B58418}" dt="2026-09-19T21:59:34.336" v="264"/>
          <ac:spMkLst>
            <pc:docMk/>
            <pc:sldMk cId="0" sldId="258"/>
            <ac:spMk id="51" creationId="{F1552D70-B04E-8631-4327-D6BD4C960459}"/>
          </ac:spMkLst>
        </pc:spChg>
        <pc:spChg chg="mod">
          <ac:chgData name="Daria Bogdanova" userId="e13a454eef8ffc2c" providerId="LiveId" clId="{6F78F419-06E8-4A20-B98B-6C0451B58418}" dt="2026-09-19T21:59:38.226" v="266"/>
          <ac:spMkLst>
            <pc:docMk/>
            <pc:sldMk cId="0" sldId="258"/>
            <ac:spMk id="53" creationId="{F7DBAA61-56C8-348F-219C-58C455ECBE71}"/>
          </ac:spMkLst>
        </pc:spChg>
        <pc:spChg chg="mod">
          <ac:chgData name="Daria Bogdanova" userId="e13a454eef8ffc2c" providerId="LiveId" clId="{6F78F419-06E8-4A20-B98B-6C0451B58418}" dt="2026-09-19T21:59:38.226" v="266"/>
          <ac:spMkLst>
            <pc:docMk/>
            <pc:sldMk cId="0" sldId="258"/>
            <ac:spMk id="54" creationId="{A2BC7D8F-DF34-C18D-789A-D6FD6C5E017A}"/>
          </ac:spMkLst>
        </pc:spChg>
        <pc:spChg chg="del mod">
          <ac:chgData name="Daria Bogdanova" userId="e13a454eef8ffc2c" providerId="LiveId" clId="{6F78F419-06E8-4A20-B98B-6C0451B58418}" dt="2026-09-19T22:01:12.279" v="292" actId="478"/>
          <ac:spMkLst>
            <pc:docMk/>
            <pc:sldMk cId="0" sldId="258"/>
            <ac:spMk id="59" creationId="{41B63428-10D2-7DDB-7393-254A5B6DBBBA}"/>
          </ac:spMkLst>
        </pc:spChg>
        <pc:spChg chg="mod">
          <ac:chgData name="Daria Bogdanova" userId="e13a454eef8ffc2c" providerId="LiveId" clId="{6F78F419-06E8-4A20-B98B-6C0451B58418}" dt="2026-09-19T22:02:18.832" v="298" actId="207"/>
          <ac:spMkLst>
            <pc:docMk/>
            <pc:sldMk cId="0" sldId="258"/>
            <ac:spMk id="60" creationId="{5A772E1E-58B5-D8B9-34FB-96B048C6C0DA}"/>
          </ac:spMkLst>
        </pc:spChg>
        <pc:spChg chg="mod">
          <ac:chgData name="Daria Bogdanova" userId="e13a454eef8ffc2c" providerId="LiveId" clId="{6F78F419-06E8-4A20-B98B-6C0451B58418}" dt="2026-09-19T22:02:18.832" v="298" actId="207"/>
          <ac:spMkLst>
            <pc:docMk/>
            <pc:sldMk cId="0" sldId="258"/>
            <ac:spMk id="61" creationId="{BE689E3E-F7E6-11CE-5E03-93735B96D150}"/>
          </ac:spMkLst>
        </pc:spChg>
        <pc:spChg chg="mod">
          <ac:chgData name="Daria Bogdanova" userId="e13a454eef8ffc2c" providerId="LiveId" clId="{6F78F419-06E8-4A20-B98B-6C0451B58418}" dt="2026-09-19T22:02:18.832" v="298" actId="207"/>
          <ac:spMkLst>
            <pc:docMk/>
            <pc:sldMk cId="0" sldId="258"/>
            <ac:spMk id="62" creationId="{4D769041-C76F-7A48-66F4-863721D820CC}"/>
          </ac:spMkLst>
        </pc:spChg>
        <pc:spChg chg="del mod">
          <ac:chgData name="Daria Bogdanova" userId="e13a454eef8ffc2c" providerId="LiveId" clId="{6F78F419-06E8-4A20-B98B-6C0451B58418}" dt="2026-09-19T22:01:15.466" v="293" actId="478"/>
          <ac:spMkLst>
            <pc:docMk/>
            <pc:sldMk cId="0" sldId="258"/>
            <ac:spMk id="66" creationId="{5848955B-B6F8-B3A2-55EE-67ABFBF93A4E}"/>
          </ac:spMkLst>
        </pc:spChg>
        <pc:spChg chg="mod">
          <ac:chgData name="Daria Bogdanova" userId="e13a454eef8ffc2c" providerId="LiveId" clId="{6F78F419-06E8-4A20-B98B-6C0451B58418}" dt="2026-09-19T22:00:46.899" v="287"/>
          <ac:spMkLst>
            <pc:docMk/>
            <pc:sldMk cId="0" sldId="258"/>
            <ac:spMk id="67" creationId="{474164C6-470E-EDA0-C408-C65AD9A3DBD4}"/>
          </ac:spMkLst>
        </pc:spChg>
        <pc:spChg chg="mod">
          <ac:chgData name="Daria Bogdanova" userId="e13a454eef8ffc2c" providerId="LiveId" clId="{6F78F419-06E8-4A20-B98B-6C0451B58418}" dt="2026-09-19T22:00:46.899" v="287"/>
          <ac:spMkLst>
            <pc:docMk/>
            <pc:sldMk cId="0" sldId="258"/>
            <ac:spMk id="68" creationId="{1210E84C-F4CA-CA7F-2696-279B79ACEDEE}"/>
          </ac:spMkLst>
        </pc:spChg>
        <pc:spChg chg="mod">
          <ac:chgData name="Daria Bogdanova" userId="e13a454eef8ffc2c" providerId="LiveId" clId="{6F78F419-06E8-4A20-B98B-6C0451B58418}" dt="2026-09-19T22:00:46.899" v="287"/>
          <ac:spMkLst>
            <pc:docMk/>
            <pc:sldMk cId="0" sldId="258"/>
            <ac:spMk id="69" creationId="{F9EAAB7F-33BD-BC4A-D2B1-93EF25DB8402}"/>
          </ac:spMkLst>
        </pc:spChg>
        <pc:spChg chg="mod">
          <ac:chgData name="Daria Bogdanova" userId="e13a454eef8ffc2c" providerId="LiveId" clId="{6F78F419-06E8-4A20-B98B-6C0451B58418}" dt="2026-09-19T22:02:28.157" v="300"/>
          <ac:spMkLst>
            <pc:docMk/>
            <pc:sldMk cId="0" sldId="258"/>
            <ac:spMk id="72" creationId="{D647FB0B-ECBB-0781-969A-3066987E5180}"/>
          </ac:spMkLst>
        </pc:spChg>
        <pc:spChg chg="mod">
          <ac:chgData name="Daria Bogdanova" userId="e13a454eef8ffc2c" providerId="LiveId" clId="{6F78F419-06E8-4A20-B98B-6C0451B58418}" dt="2026-09-19T22:02:28.157" v="300"/>
          <ac:spMkLst>
            <pc:docMk/>
            <pc:sldMk cId="0" sldId="258"/>
            <ac:spMk id="73" creationId="{0CA98192-CBE3-B80E-FC57-FC1170EEFD9C}"/>
          </ac:spMkLst>
        </pc:spChg>
        <pc:spChg chg="mod">
          <ac:chgData name="Daria Bogdanova" userId="e13a454eef8ffc2c" providerId="LiveId" clId="{6F78F419-06E8-4A20-B98B-6C0451B58418}" dt="2026-09-19T22:02:28.157" v="300"/>
          <ac:spMkLst>
            <pc:docMk/>
            <pc:sldMk cId="0" sldId="258"/>
            <ac:spMk id="74" creationId="{66BE8081-8333-4B53-595E-8EA96AD56F41}"/>
          </ac:spMkLst>
        </pc:spChg>
        <pc:spChg chg="mod">
          <ac:chgData name="Daria Bogdanova" userId="e13a454eef8ffc2c" providerId="LiveId" clId="{6F78F419-06E8-4A20-B98B-6C0451B58418}" dt="2026-09-19T22:02:33.022" v="302"/>
          <ac:spMkLst>
            <pc:docMk/>
            <pc:sldMk cId="0" sldId="258"/>
            <ac:spMk id="77" creationId="{425827D0-1905-2599-455B-7777BD6241D5}"/>
          </ac:spMkLst>
        </pc:spChg>
        <pc:spChg chg="mod">
          <ac:chgData name="Daria Bogdanova" userId="e13a454eef8ffc2c" providerId="LiveId" clId="{6F78F419-06E8-4A20-B98B-6C0451B58418}" dt="2026-09-19T22:02:33.022" v="302"/>
          <ac:spMkLst>
            <pc:docMk/>
            <pc:sldMk cId="0" sldId="258"/>
            <ac:spMk id="78" creationId="{8FB548B7-3E99-8199-22C8-3EBAA5CEC2D7}"/>
          </ac:spMkLst>
        </pc:spChg>
        <pc:spChg chg="mod">
          <ac:chgData name="Daria Bogdanova" userId="e13a454eef8ffc2c" providerId="LiveId" clId="{6F78F419-06E8-4A20-B98B-6C0451B58418}" dt="2026-09-19T22:02:33.022" v="302"/>
          <ac:spMkLst>
            <pc:docMk/>
            <pc:sldMk cId="0" sldId="258"/>
            <ac:spMk id="79" creationId="{ABFB0796-0A3A-EF19-300E-F2F56935B141}"/>
          </ac:spMkLst>
        </pc:spChg>
        <pc:spChg chg="add del mod">
          <ac:chgData name="Daria Bogdanova" userId="e13a454eef8ffc2c" providerId="LiveId" clId="{6F78F419-06E8-4A20-B98B-6C0451B58418}" dt="2026-09-19T22:04:28.691" v="312" actId="478"/>
          <ac:spMkLst>
            <pc:docMk/>
            <pc:sldMk cId="0" sldId="258"/>
            <ac:spMk id="80" creationId="{D0C92425-9949-5E70-D206-14142EB5CC30}"/>
          </ac:spMkLst>
        </pc:spChg>
        <pc:spChg chg="add mod">
          <ac:chgData name="Daria Bogdanova" userId="e13a454eef8ffc2c" providerId="LiveId" clId="{6F78F419-06E8-4A20-B98B-6C0451B58418}" dt="2026-09-20T18:16:19.464" v="2255" actId="20577"/>
          <ac:spMkLst>
            <pc:docMk/>
            <pc:sldMk cId="0" sldId="258"/>
            <ac:spMk id="82" creationId="{3B335358-C5A5-5C49-B391-1674CD2E0FFA}"/>
          </ac:spMkLst>
        </pc:spChg>
        <pc:spChg chg="add mod">
          <ac:chgData name="Daria Bogdanova" userId="e13a454eef8ffc2c" providerId="LiveId" clId="{6F78F419-06E8-4A20-B98B-6C0451B58418}" dt="2026-09-19T22:10:04.713" v="424" actId="20577"/>
          <ac:spMkLst>
            <pc:docMk/>
            <pc:sldMk cId="0" sldId="258"/>
            <ac:spMk id="84" creationId="{9DFF63C9-DB35-590A-3BEB-6A8FDBF8881A}"/>
          </ac:spMkLst>
        </pc:spChg>
        <pc:spChg chg="add mod">
          <ac:chgData name="Daria Bogdanova" userId="e13a454eef8ffc2c" providerId="LiveId" clId="{6F78F419-06E8-4A20-B98B-6C0451B58418}" dt="2026-09-20T18:16:49.328" v="2280" actId="20577"/>
          <ac:spMkLst>
            <pc:docMk/>
            <pc:sldMk cId="0" sldId="258"/>
            <ac:spMk id="86" creationId="{41A0DE00-D856-B468-F630-1AFD7B25D83B}"/>
          </ac:spMkLst>
        </pc:spChg>
        <pc:grpChg chg="mod">
          <ac:chgData name="Daria Bogdanova" userId="e13a454eef8ffc2c" providerId="LiveId" clId="{6F78F419-06E8-4A20-B98B-6C0451B58418}" dt="2026-09-19T22:03:11.611" v="306" actId="14100"/>
          <ac:grpSpMkLst>
            <pc:docMk/>
            <pc:sldMk cId="0" sldId="258"/>
            <ac:grpSpMk id="2" creationId="{00000000-0000-0000-0000-000000000000}"/>
          </ac:grpSpMkLst>
        </pc:grpChg>
        <pc:grpChg chg="add del mod">
          <ac:chgData name="Daria Bogdanova" userId="e13a454eef8ffc2c" providerId="LiveId" clId="{6F78F419-06E8-4A20-B98B-6C0451B58418}" dt="2026-09-19T22:00:32.876" v="278" actId="164"/>
          <ac:grpSpMkLst>
            <pc:docMk/>
            <pc:sldMk cId="0" sldId="258"/>
            <ac:grpSpMk id="5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19T22:00:44.397" v="285" actId="478"/>
          <ac:grpSpMkLst>
            <pc:docMk/>
            <pc:sldMk cId="0" sldId="258"/>
            <ac:grpSpMk id="8" creationId="{00000000-0000-0000-0000-000000000000}"/>
          </ac:grpSpMkLst>
        </pc:grpChg>
        <pc:grpChg chg="add del">
          <ac:chgData name="Daria Bogdanova" userId="e13a454eef8ffc2c" providerId="LiveId" clId="{6F78F419-06E8-4A20-B98B-6C0451B58418}" dt="2026-09-19T21:59:28.621" v="261" actId="478"/>
          <ac:grpSpMkLst>
            <pc:docMk/>
            <pc:sldMk cId="0" sldId="258"/>
            <ac:grpSpMk id="11" creationId="{00000000-0000-0000-0000-000000000000}"/>
          </ac:grpSpMkLst>
        </pc:grpChg>
        <pc:grpChg chg="del mod">
          <ac:chgData name="Daria Bogdanova" userId="e13a454eef8ffc2c" providerId="LiveId" clId="{6F78F419-06E8-4A20-B98B-6C0451B58418}" dt="2026-09-19T22:01:08.845" v="291" actId="478"/>
          <ac:grpSpMkLst>
            <pc:docMk/>
            <pc:sldMk cId="0" sldId="258"/>
            <ac:grpSpMk id="14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19T21:59:29.822" v="262" actId="478"/>
          <ac:grpSpMkLst>
            <pc:docMk/>
            <pc:sldMk cId="0" sldId="258"/>
            <ac:grpSpMk id="17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19T22:00:42.864" v="284" actId="478"/>
          <ac:grpSpMkLst>
            <pc:docMk/>
            <pc:sldMk cId="0" sldId="258"/>
            <ac:grpSpMk id="20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19T21:59:31.061" v="263" actId="478"/>
          <ac:grpSpMkLst>
            <pc:docMk/>
            <pc:sldMk cId="0" sldId="258"/>
            <ac:grpSpMk id="23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19T22:00:46.429" v="286" actId="478"/>
          <ac:grpSpMkLst>
            <pc:docMk/>
            <pc:sldMk cId="0" sldId="258"/>
            <ac:grpSpMk id="26" creationId="{00000000-0000-0000-0000-000000000000}"/>
          </ac:grpSpMkLst>
        </pc:grpChg>
        <pc:grpChg chg="del mod">
          <ac:chgData name="Daria Bogdanova" userId="e13a454eef8ffc2c" providerId="LiveId" clId="{6F78F419-06E8-4A20-B98B-6C0451B58418}" dt="2026-09-19T21:57:43.577" v="237" actId="478"/>
          <ac:grpSpMkLst>
            <pc:docMk/>
            <pc:sldMk cId="0" sldId="258"/>
            <ac:grpSpMk id="31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19T21:58:26.738" v="248" actId="478"/>
          <ac:grpSpMkLst>
            <pc:docMk/>
            <pc:sldMk cId="0" sldId="258"/>
            <ac:grpSpMk id="33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19T21:58:38.113" v="251" actId="478"/>
          <ac:grpSpMkLst>
            <pc:docMk/>
            <pc:sldMk cId="0" sldId="258"/>
            <ac:grpSpMk id="35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19T21:58:44.826" v="255" actId="478"/>
          <ac:grpSpMkLst>
            <pc:docMk/>
            <pc:sldMk cId="0" sldId="258"/>
            <ac:grpSpMk id="37" creationId="{00000000-0000-0000-0000-000000000000}"/>
          </ac:grpSpMkLst>
        </pc:grpChg>
        <pc:grpChg chg="add del mod">
          <ac:chgData name="Daria Bogdanova" userId="e13a454eef8ffc2c" providerId="LiveId" clId="{6F78F419-06E8-4A20-B98B-6C0451B58418}" dt="2026-09-19T22:00:41.222" v="283" actId="478"/>
          <ac:grpSpMkLst>
            <pc:docMk/>
            <pc:sldMk cId="0" sldId="258"/>
            <ac:grpSpMk id="49" creationId="{F94B0D31-8E38-A55C-560B-FD29E60220F5}"/>
          </ac:grpSpMkLst>
        </pc:grpChg>
        <pc:grpChg chg="add del mod">
          <ac:chgData name="Daria Bogdanova" userId="e13a454eef8ffc2c" providerId="LiveId" clId="{6F78F419-06E8-4A20-B98B-6C0451B58418}" dt="2026-09-19T22:00:40.110" v="282" actId="478"/>
          <ac:grpSpMkLst>
            <pc:docMk/>
            <pc:sldMk cId="0" sldId="258"/>
            <ac:grpSpMk id="52" creationId="{88F93D80-454F-DE8E-DFF1-1B8AF2283E4A}"/>
          </ac:grpSpMkLst>
        </pc:grpChg>
        <pc:grpChg chg="add mod">
          <ac:chgData name="Daria Bogdanova" userId="e13a454eef8ffc2c" providerId="LiveId" clId="{6F78F419-06E8-4A20-B98B-6C0451B58418}" dt="2026-09-19T22:00:58.830" v="290" actId="1076"/>
          <ac:grpSpMkLst>
            <pc:docMk/>
            <pc:sldMk cId="0" sldId="258"/>
            <ac:grpSpMk id="55" creationId="{B7F7B7DE-8FF7-BD35-BED0-86C5E8CEE96A}"/>
          </ac:grpSpMkLst>
        </pc:grpChg>
        <pc:grpChg chg="add del mod">
          <ac:chgData name="Daria Bogdanova" userId="e13a454eef8ffc2c" providerId="LiveId" clId="{6F78F419-06E8-4A20-B98B-6C0451B58418}" dt="2026-09-19T22:02:24.170" v="299" actId="478"/>
          <ac:grpSpMkLst>
            <pc:docMk/>
            <pc:sldMk cId="0" sldId="258"/>
            <ac:grpSpMk id="56" creationId="{48018B0C-5EB1-6FA3-E909-AC5D2443FBDC}"/>
          </ac:grpSpMkLst>
        </pc:grpChg>
        <pc:grpChg chg="mod">
          <ac:chgData name="Daria Bogdanova" userId="e13a454eef8ffc2c" providerId="LiveId" clId="{6F78F419-06E8-4A20-B98B-6C0451B58418}" dt="2026-09-19T22:02:18.832" v="298" actId="207"/>
          <ac:grpSpMkLst>
            <pc:docMk/>
            <pc:sldMk cId="0" sldId="258"/>
            <ac:grpSpMk id="57" creationId="{D0B8F572-324F-F902-4C55-A196CAE1CE6D}"/>
          </ac:grpSpMkLst>
        </pc:grpChg>
        <pc:grpChg chg="del mod">
          <ac:chgData name="Daria Bogdanova" userId="e13a454eef8ffc2c" providerId="LiveId" clId="{6F78F419-06E8-4A20-B98B-6C0451B58418}" dt="2026-09-19T22:01:12.279" v="292" actId="478"/>
          <ac:grpSpMkLst>
            <pc:docMk/>
            <pc:sldMk cId="0" sldId="258"/>
            <ac:grpSpMk id="58" creationId="{10631A7A-CC66-14C4-9C92-B8E59D10CB3F}"/>
          </ac:grpSpMkLst>
        </pc:grpChg>
        <pc:grpChg chg="add del mod">
          <ac:chgData name="Daria Bogdanova" userId="e13a454eef8ffc2c" providerId="LiveId" clId="{6F78F419-06E8-4A20-B98B-6C0451B58418}" dt="2026-09-19T22:02:34.657" v="303" actId="478"/>
          <ac:grpSpMkLst>
            <pc:docMk/>
            <pc:sldMk cId="0" sldId="258"/>
            <ac:grpSpMk id="63" creationId="{8E8F2644-5C6B-2672-DCC7-6528EC6E72BE}"/>
          </ac:grpSpMkLst>
        </pc:grpChg>
        <pc:grpChg chg="mod">
          <ac:chgData name="Daria Bogdanova" userId="e13a454eef8ffc2c" providerId="LiveId" clId="{6F78F419-06E8-4A20-B98B-6C0451B58418}" dt="2026-09-19T22:00:46.899" v="287"/>
          <ac:grpSpMkLst>
            <pc:docMk/>
            <pc:sldMk cId="0" sldId="258"/>
            <ac:grpSpMk id="64" creationId="{9546261A-CEA5-8A73-A284-E6170CB571D3}"/>
          </ac:grpSpMkLst>
        </pc:grpChg>
        <pc:grpChg chg="del mod">
          <ac:chgData name="Daria Bogdanova" userId="e13a454eef8ffc2c" providerId="LiveId" clId="{6F78F419-06E8-4A20-B98B-6C0451B58418}" dt="2026-09-19T22:01:15.466" v="293" actId="478"/>
          <ac:grpSpMkLst>
            <pc:docMk/>
            <pc:sldMk cId="0" sldId="258"/>
            <ac:grpSpMk id="65" creationId="{1855F52F-ADE5-6247-8C1E-130ED3AADE09}"/>
          </ac:grpSpMkLst>
        </pc:grpChg>
        <pc:grpChg chg="add mod">
          <ac:chgData name="Daria Bogdanova" userId="e13a454eef8ffc2c" providerId="LiveId" clId="{6F78F419-06E8-4A20-B98B-6C0451B58418}" dt="2026-09-19T22:02:31.361" v="301" actId="1076"/>
          <ac:grpSpMkLst>
            <pc:docMk/>
            <pc:sldMk cId="0" sldId="258"/>
            <ac:grpSpMk id="70" creationId="{828886CB-901E-A25B-1421-65608520C195}"/>
          </ac:grpSpMkLst>
        </pc:grpChg>
        <pc:grpChg chg="mod">
          <ac:chgData name="Daria Bogdanova" userId="e13a454eef8ffc2c" providerId="LiveId" clId="{6F78F419-06E8-4A20-B98B-6C0451B58418}" dt="2026-09-19T22:02:28.157" v="300"/>
          <ac:grpSpMkLst>
            <pc:docMk/>
            <pc:sldMk cId="0" sldId="258"/>
            <ac:grpSpMk id="71" creationId="{2831A1E9-CFF0-3503-5285-6FF7768FCBB8}"/>
          </ac:grpSpMkLst>
        </pc:grpChg>
        <pc:grpChg chg="add mod">
          <ac:chgData name="Daria Bogdanova" userId="e13a454eef8ffc2c" providerId="LiveId" clId="{6F78F419-06E8-4A20-B98B-6C0451B58418}" dt="2026-09-19T22:02:41.341" v="304" actId="1076"/>
          <ac:grpSpMkLst>
            <pc:docMk/>
            <pc:sldMk cId="0" sldId="258"/>
            <ac:grpSpMk id="75" creationId="{AA5291A0-2FD7-7B1F-2F33-7CD2C0A59C8D}"/>
          </ac:grpSpMkLst>
        </pc:grpChg>
        <pc:grpChg chg="mod">
          <ac:chgData name="Daria Bogdanova" userId="e13a454eef8ffc2c" providerId="LiveId" clId="{6F78F419-06E8-4A20-B98B-6C0451B58418}" dt="2026-09-19T22:02:33.022" v="302"/>
          <ac:grpSpMkLst>
            <pc:docMk/>
            <pc:sldMk cId="0" sldId="258"/>
            <ac:grpSpMk id="76" creationId="{B72660A6-44DA-A2F1-8091-4766D7E6665B}"/>
          </ac:grpSpMkLst>
        </pc:grpChg>
      </pc:sldChg>
      <pc:sldChg chg="addSp delSp modSp mod ord">
        <pc:chgData name="Daria Bogdanova" userId="e13a454eef8ffc2c" providerId="LiveId" clId="{6F78F419-06E8-4A20-B98B-6C0451B58418}" dt="2026-09-20T18:15:18.012" v="2223" actId="20577"/>
        <pc:sldMkLst>
          <pc:docMk/>
          <pc:sldMk cId="0" sldId="259"/>
        </pc:sldMkLst>
        <pc:spChg chg="mod">
          <ac:chgData name="Daria Bogdanova" userId="e13a454eef8ffc2c" providerId="LiveId" clId="{6F78F419-06E8-4A20-B98B-6C0451B58418}" dt="2026-09-19T21:50:29.324" v="171" actId="20577"/>
          <ac:spMkLst>
            <pc:docMk/>
            <pc:sldMk cId="0" sldId="259"/>
            <ac:spMk id="7" creationId="{00000000-0000-0000-0000-000000000000}"/>
          </ac:spMkLst>
        </pc:spChg>
        <pc:spChg chg="del">
          <ac:chgData name="Daria Bogdanova" userId="e13a454eef8ffc2c" providerId="LiveId" clId="{6F78F419-06E8-4A20-B98B-6C0451B58418}" dt="2026-09-19T21:50:33.537" v="172" actId="478"/>
          <ac:spMkLst>
            <pc:docMk/>
            <pc:sldMk cId="0" sldId="259"/>
            <ac:spMk id="8" creationId="{00000000-0000-0000-0000-000000000000}"/>
          </ac:spMkLst>
        </pc:spChg>
        <pc:spChg chg="add mod">
          <ac:chgData name="Daria Bogdanova" userId="e13a454eef8ffc2c" providerId="LiveId" clId="{6F78F419-06E8-4A20-B98B-6C0451B58418}" dt="2026-09-20T18:15:18.012" v="2223" actId="20577"/>
          <ac:spMkLst>
            <pc:docMk/>
            <pc:sldMk cId="0" sldId="259"/>
            <ac:spMk id="10" creationId="{8FE6098E-7446-588D-02E9-F8F1A93C60DA}"/>
          </ac:spMkLst>
        </pc:spChg>
      </pc:sldChg>
      <pc:sldChg chg="addSp delSp modSp mod">
        <pc:chgData name="Daria Bogdanova" userId="e13a454eef8ffc2c" providerId="LiveId" clId="{6F78F419-06E8-4A20-B98B-6C0451B58418}" dt="2026-09-20T18:19:36.912" v="2312" actId="20577"/>
        <pc:sldMkLst>
          <pc:docMk/>
          <pc:sldMk cId="0" sldId="260"/>
        </pc:sldMkLst>
        <pc:spChg chg="add del mod topLvl">
          <ac:chgData name="Daria Bogdanova" userId="e13a454eef8ffc2c" providerId="LiveId" clId="{6F78F419-06E8-4A20-B98B-6C0451B58418}" dt="2026-09-20T18:19:04.604" v="2305" actId="20577"/>
          <ac:spMkLst>
            <pc:docMk/>
            <pc:sldMk cId="0" sldId="260"/>
            <ac:spMk id="3" creationId="{00000000-0000-0000-0000-000000000000}"/>
          </ac:spMkLst>
        </pc:spChg>
        <pc:spChg chg="mod topLvl">
          <ac:chgData name="Daria Bogdanova" userId="e13a454eef8ffc2c" providerId="LiveId" clId="{6F78F419-06E8-4A20-B98B-6C0451B58418}" dt="2026-09-20T13:21:21.341" v="730" actId="478"/>
          <ac:spMkLst>
            <pc:docMk/>
            <pc:sldMk cId="0" sldId="260"/>
            <ac:spMk id="4" creationId="{00000000-0000-0000-0000-000000000000}"/>
          </ac:spMkLst>
        </pc:spChg>
        <pc:spChg chg="mod">
          <ac:chgData name="Daria Bogdanova" userId="e13a454eef8ffc2c" providerId="LiveId" clId="{6F78F419-06E8-4A20-B98B-6C0451B58418}" dt="2026-09-20T13:35:08.603" v="1043" actId="14100"/>
          <ac:spMkLst>
            <pc:docMk/>
            <pc:sldMk cId="0" sldId="260"/>
            <ac:spMk id="5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3:21:28.997" v="732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3:21:42.444" v="737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3:21:49.890" v="740" actId="478"/>
          <ac:spMkLst>
            <pc:docMk/>
            <pc:sldMk cId="0" sldId="260"/>
            <ac:spMk id="8" creationId="{00000000-0000-0000-0000-000000000000}"/>
          </ac:spMkLst>
        </pc:spChg>
        <pc:spChg chg="del mod">
          <ac:chgData name="Daria Bogdanova" userId="e13a454eef8ffc2c" providerId="LiveId" clId="{6F78F419-06E8-4A20-B98B-6C0451B58418}" dt="2026-09-20T13:34:35.764" v="1026" actId="21"/>
          <ac:spMkLst>
            <pc:docMk/>
            <pc:sldMk cId="0" sldId="260"/>
            <ac:spMk id="9" creationId="{00000000-0000-0000-0000-000000000000}"/>
          </ac:spMkLst>
        </pc:spChg>
        <pc:spChg chg="mod">
          <ac:chgData name="Daria Bogdanova" userId="e13a454eef8ffc2c" providerId="LiveId" clId="{6F78F419-06E8-4A20-B98B-6C0451B58418}" dt="2026-09-20T13:45:48.136" v="1209" actId="20577"/>
          <ac:spMkLst>
            <pc:docMk/>
            <pc:sldMk cId="0" sldId="260"/>
            <ac:spMk id="10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3:21:16.880" v="728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3:21:36.372" v="735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3:21:45.373" v="738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3:21:51.914" v="741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3:21:25.587" v="731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3:21:40.457" v="736" actId="478"/>
          <ac:spMkLst>
            <pc:docMk/>
            <pc:sldMk cId="0" sldId="260"/>
            <ac:spMk id="16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3:21:48.004" v="739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3:21:54.845" v="742" actId="478"/>
          <ac:spMkLst>
            <pc:docMk/>
            <pc:sldMk cId="0" sldId="260"/>
            <ac:spMk id="18" creationId="{00000000-0000-0000-0000-000000000000}"/>
          </ac:spMkLst>
        </pc:spChg>
        <pc:spChg chg="add mod">
          <ac:chgData name="Daria Bogdanova" userId="e13a454eef8ffc2c" providerId="LiveId" clId="{6F78F419-06E8-4A20-B98B-6C0451B58418}" dt="2026-09-20T13:34:33.752" v="1025" actId="1076"/>
          <ac:spMkLst>
            <pc:docMk/>
            <pc:sldMk cId="0" sldId="260"/>
            <ac:spMk id="20" creationId="{E4F931F9-A391-C388-740D-6B4FC00DCBAD}"/>
          </ac:spMkLst>
        </pc:spChg>
        <pc:spChg chg="add mod">
          <ac:chgData name="Daria Bogdanova" userId="e13a454eef8ffc2c" providerId="LiveId" clId="{6F78F419-06E8-4A20-B98B-6C0451B58418}" dt="2026-09-20T18:19:36.912" v="2312" actId="20577"/>
          <ac:spMkLst>
            <pc:docMk/>
            <pc:sldMk cId="0" sldId="260"/>
            <ac:spMk id="23" creationId="{5022DFFA-FD44-A686-A4CC-CC96A1BA9451}"/>
          </ac:spMkLst>
        </pc:spChg>
        <pc:grpChg chg="add del">
          <ac:chgData name="Daria Bogdanova" userId="e13a454eef8ffc2c" providerId="LiveId" clId="{6F78F419-06E8-4A20-B98B-6C0451B58418}" dt="2026-09-20T13:21:33.801" v="734" actId="478"/>
          <ac:grpSpMkLst>
            <pc:docMk/>
            <pc:sldMk cId="0" sldId="260"/>
            <ac:grpSpMk id="2" creationId="{00000000-0000-0000-0000-000000000000}"/>
          </ac:grpSpMkLst>
        </pc:grpChg>
        <pc:graphicFrameChg chg="add mod modGraphic">
          <ac:chgData name="Daria Bogdanova" userId="e13a454eef8ffc2c" providerId="LiveId" clId="{6F78F419-06E8-4A20-B98B-6C0451B58418}" dt="2026-09-20T18:18:23.998" v="2284" actId="1076"/>
          <ac:graphicFrameMkLst>
            <pc:docMk/>
            <pc:sldMk cId="0" sldId="260"/>
            <ac:graphicFrameMk id="21" creationId="{11EB993D-BE8C-FA38-C814-1D1E1E2EBF30}"/>
          </ac:graphicFrameMkLst>
        </pc:graphicFrameChg>
      </pc:sldChg>
      <pc:sldChg chg="addSp del mod ord">
        <pc:chgData name="Daria Bogdanova" userId="e13a454eef8ffc2c" providerId="LiveId" clId="{6F78F419-06E8-4A20-B98B-6C0451B58418}" dt="2026-09-20T16:52:40.574" v="1963" actId="47"/>
        <pc:sldMkLst>
          <pc:docMk/>
          <pc:sldMk cId="0" sldId="261"/>
        </pc:sldMkLst>
        <pc:spChg chg="add">
          <ac:chgData name="Daria Bogdanova" userId="e13a454eef8ffc2c" providerId="LiveId" clId="{6F78F419-06E8-4A20-B98B-6C0451B58418}" dt="2026-09-20T13:34:38.984" v="1027" actId="22"/>
          <ac:spMkLst>
            <pc:docMk/>
            <pc:sldMk cId="0" sldId="261"/>
            <ac:spMk id="16" creationId="{4B20A70D-136B-EEA2-B262-135FC69051CC}"/>
          </ac:spMkLst>
        </pc:spChg>
      </pc:sldChg>
      <pc:sldChg chg="addSp delSp modSp mod ord">
        <pc:chgData name="Daria Bogdanova" userId="e13a454eef8ffc2c" providerId="LiveId" clId="{6F78F419-06E8-4A20-B98B-6C0451B58418}" dt="2026-09-20T17:11:49.054" v="2012"/>
        <pc:sldMkLst>
          <pc:docMk/>
          <pc:sldMk cId="0" sldId="262"/>
        </pc:sldMkLst>
        <pc:spChg chg="mod">
          <ac:chgData name="Daria Bogdanova" userId="e13a454eef8ffc2c" providerId="LiveId" clId="{6F78F419-06E8-4A20-B98B-6C0451B58418}" dt="2026-09-20T14:27:22.906" v="1494" actId="1076"/>
          <ac:spMkLst>
            <pc:docMk/>
            <pc:sldMk cId="0" sldId="262"/>
            <ac:spMk id="5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4:26:05.286" v="1470" actId="478"/>
          <ac:spMkLst>
            <pc:docMk/>
            <pc:sldMk cId="0" sldId="262"/>
            <ac:spMk id="14" creationId="{00000000-0000-0000-0000-000000000000}"/>
          </ac:spMkLst>
        </pc:spChg>
        <pc:spChg chg="mod">
          <ac:chgData name="Daria Bogdanova" userId="e13a454eef8ffc2c" providerId="LiveId" clId="{6F78F419-06E8-4A20-B98B-6C0451B58418}" dt="2026-09-20T14:27:16.336" v="1493" actId="14100"/>
          <ac:spMkLst>
            <pc:docMk/>
            <pc:sldMk cId="0" sldId="262"/>
            <ac:spMk id="15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4:26:19.904" v="1474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4:26:27.990" v="1477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4:26:36.939" v="1480" actId="4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4:26:43.233" v="1483" actId="478"/>
          <ac:spMkLst>
            <pc:docMk/>
            <pc:sldMk cId="0" sldId="262"/>
            <ac:spMk id="19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4:26:23.996" v="1475" actId="478"/>
          <ac:spMkLst>
            <pc:docMk/>
            <pc:sldMk cId="0" sldId="262"/>
            <ac:spMk id="20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4:26:30.949" v="1478" actId="478"/>
          <ac:spMkLst>
            <pc:docMk/>
            <pc:sldMk cId="0" sldId="262"/>
            <ac:spMk id="21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4:26:39.590" v="1481" actId="478"/>
          <ac:spMkLst>
            <pc:docMk/>
            <pc:sldMk cId="0" sldId="262"/>
            <ac:spMk id="22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4:26:45.406" v="1484" actId="478"/>
          <ac:spMkLst>
            <pc:docMk/>
            <pc:sldMk cId="0" sldId="262"/>
            <ac:spMk id="23" creationId="{00000000-0000-0000-0000-000000000000}"/>
          </ac:spMkLst>
        </pc:spChg>
        <pc:spChg chg="add del">
          <ac:chgData name="Daria Bogdanova" userId="e13a454eef8ffc2c" providerId="LiveId" clId="{6F78F419-06E8-4A20-B98B-6C0451B58418}" dt="2026-09-20T14:27:46.077" v="1497" actId="478"/>
          <ac:spMkLst>
            <pc:docMk/>
            <pc:sldMk cId="0" sldId="262"/>
            <ac:spMk id="25" creationId="{EC9B84ED-1C98-CBE6-7A72-1FBAEA2908C0}"/>
          </ac:spMkLst>
        </pc:spChg>
        <pc:spChg chg="add mod">
          <ac:chgData name="Daria Bogdanova" userId="e13a454eef8ffc2c" providerId="LiveId" clId="{6F78F419-06E8-4A20-B98B-6C0451B58418}" dt="2026-09-20T14:34:06.996" v="1937" actId="21"/>
          <ac:spMkLst>
            <pc:docMk/>
            <pc:sldMk cId="0" sldId="262"/>
            <ac:spMk id="31" creationId="{D94A4E9F-C2BB-CF42-C55B-B76A4BA577AE}"/>
          </ac:spMkLst>
        </pc:spChg>
        <pc:spChg chg="add mod">
          <ac:chgData name="Daria Bogdanova" userId="e13a454eef8ffc2c" providerId="LiveId" clId="{6F78F419-06E8-4A20-B98B-6C0451B58418}" dt="2026-09-20T17:11:49.054" v="2012"/>
          <ac:spMkLst>
            <pc:docMk/>
            <pc:sldMk cId="0" sldId="262"/>
            <ac:spMk id="33" creationId="{CDECCBCB-9E20-1AE2-725E-F90F69A26961}"/>
          </ac:spMkLst>
        </pc:spChg>
        <pc:grpChg chg="mod">
          <ac:chgData name="Daria Bogdanova" userId="e13a454eef8ffc2c" providerId="LiveId" clId="{6F78F419-06E8-4A20-B98B-6C0451B58418}" dt="2026-09-20T14:27:24.943" v="1495" actId="1076"/>
          <ac:grpSpMkLst>
            <pc:docMk/>
            <pc:sldMk cId="0" sldId="262"/>
            <ac:grpSpMk id="2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20T14:26:17.373" v="1473" actId="478"/>
          <ac:grpSpMkLst>
            <pc:docMk/>
            <pc:sldMk cId="0" sldId="262"/>
            <ac:grpSpMk id="6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20T14:26:25.086" v="1476" actId="478"/>
          <ac:grpSpMkLst>
            <pc:docMk/>
            <pc:sldMk cId="0" sldId="262"/>
            <ac:grpSpMk id="8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20T14:26:33.776" v="1479" actId="478"/>
          <ac:grpSpMkLst>
            <pc:docMk/>
            <pc:sldMk cId="0" sldId="262"/>
            <ac:grpSpMk id="10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20T14:26:40.736" v="1482" actId="478"/>
          <ac:grpSpMkLst>
            <pc:docMk/>
            <pc:sldMk cId="0" sldId="262"/>
            <ac:grpSpMk id="12" creationId="{00000000-0000-0000-0000-000000000000}"/>
          </ac:grpSpMkLst>
        </pc:grpChg>
        <pc:picChg chg="add del mod">
          <ac:chgData name="Daria Bogdanova" userId="e13a454eef8ffc2c" providerId="LiveId" clId="{6F78F419-06E8-4A20-B98B-6C0451B58418}" dt="2026-09-20T16:46:11.642" v="1943" actId="478"/>
          <ac:picMkLst>
            <pc:docMk/>
            <pc:sldMk cId="0" sldId="262"/>
            <ac:picMk id="27" creationId="{8F31A3DF-3DC4-D1AC-C754-DCCB709067E4}"/>
          </ac:picMkLst>
        </pc:picChg>
        <pc:picChg chg="add del mod">
          <ac:chgData name="Daria Bogdanova" userId="e13a454eef8ffc2c" providerId="LiveId" clId="{6F78F419-06E8-4A20-B98B-6C0451B58418}" dt="2026-09-20T16:46:12.803" v="1944" actId="478"/>
          <ac:picMkLst>
            <pc:docMk/>
            <pc:sldMk cId="0" sldId="262"/>
            <ac:picMk id="29" creationId="{0904C43B-F7DB-DD65-F67F-C85B8AF2FA1F}"/>
          </ac:picMkLst>
        </pc:picChg>
        <pc:picChg chg="add del mod modCrop">
          <ac:chgData name="Daria Bogdanova" userId="e13a454eef8ffc2c" providerId="LiveId" clId="{6F78F419-06E8-4A20-B98B-6C0451B58418}" dt="2026-09-20T16:47:16.500" v="1948" actId="478"/>
          <ac:picMkLst>
            <pc:docMk/>
            <pc:sldMk cId="0" sldId="262"/>
            <ac:picMk id="35" creationId="{0653154C-31D3-D23B-DD79-00E93102921B}"/>
          </ac:picMkLst>
        </pc:picChg>
        <pc:picChg chg="add mod">
          <ac:chgData name="Daria Bogdanova" userId="e13a454eef8ffc2c" providerId="LiveId" clId="{6F78F419-06E8-4A20-B98B-6C0451B58418}" dt="2026-09-20T16:48:12.213" v="1957" actId="1076"/>
          <ac:picMkLst>
            <pc:docMk/>
            <pc:sldMk cId="0" sldId="262"/>
            <ac:picMk id="37" creationId="{2A5B7621-57F6-09A7-67F4-7DD6AEE28274}"/>
          </ac:picMkLst>
        </pc:picChg>
        <pc:picChg chg="add mod">
          <ac:chgData name="Daria Bogdanova" userId="e13a454eef8ffc2c" providerId="LiveId" clId="{6F78F419-06E8-4A20-B98B-6C0451B58418}" dt="2026-09-20T16:48:54.209" v="1962" actId="14100"/>
          <ac:picMkLst>
            <pc:docMk/>
            <pc:sldMk cId="0" sldId="262"/>
            <ac:picMk id="39" creationId="{64C89FCC-0A74-905A-A317-25A223C31F2B}"/>
          </ac:picMkLst>
        </pc:picChg>
      </pc:sldChg>
      <pc:sldChg chg="del">
        <pc:chgData name="Daria Bogdanova" userId="e13a454eef8ffc2c" providerId="LiveId" clId="{6F78F419-06E8-4A20-B98B-6C0451B58418}" dt="2026-09-20T16:52:42.573" v="1964" actId="47"/>
        <pc:sldMkLst>
          <pc:docMk/>
          <pc:sldMk cId="0" sldId="263"/>
        </pc:sldMkLst>
      </pc:sldChg>
      <pc:sldChg chg="del">
        <pc:chgData name="Daria Bogdanova" userId="e13a454eef8ffc2c" providerId="LiveId" clId="{6F78F419-06E8-4A20-B98B-6C0451B58418}" dt="2026-09-20T16:52:44.070" v="1965" actId="47"/>
        <pc:sldMkLst>
          <pc:docMk/>
          <pc:sldMk cId="0" sldId="264"/>
        </pc:sldMkLst>
      </pc:sldChg>
      <pc:sldChg chg="addSp delSp modSp mod ord">
        <pc:chgData name="Daria Bogdanova" userId="e13a454eef8ffc2c" providerId="LiveId" clId="{6F78F419-06E8-4A20-B98B-6C0451B58418}" dt="2026-09-20T17:19:36.969" v="2027"/>
        <pc:sldMkLst>
          <pc:docMk/>
          <pc:sldMk cId="0" sldId="265"/>
        </pc:sldMkLst>
        <pc:spChg chg="mod">
          <ac:chgData name="Daria Bogdanova" userId="e13a454eef8ffc2c" providerId="LiveId" clId="{6F78F419-06E8-4A20-B98B-6C0451B58418}" dt="2026-09-20T13:47:12.812" v="1239" actId="14100"/>
          <ac:spMkLst>
            <pc:docMk/>
            <pc:sldMk cId="0" sldId="265"/>
            <ac:spMk id="5" creationId="{00000000-0000-0000-0000-000000000000}"/>
          </ac:spMkLst>
        </pc:spChg>
        <pc:spChg chg="mod">
          <ac:chgData name="Daria Bogdanova" userId="e13a454eef8ffc2c" providerId="LiveId" clId="{6F78F419-06E8-4A20-B98B-6C0451B58418}" dt="2026-09-20T13:47:14.703" v="1240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Daria Bogdanova" userId="e13a454eef8ffc2c" providerId="LiveId" clId="{6F78F419-06E8-4A20-B98B-6C0451B58418}" dt="2026-09-20T13:47:10.002" v="1238" actId="14100"/>
          <ac:spMkLst>
            <pc:docMk/>
            <pc:sldMk cId="0" sldId="265"/>
            <ac:spMk id="7" creationId="{00000000-0000-0000-0000-000000000000}"/>
          </ac:spMkLst>
        </pc:spChg>
        <pc:spChg chg="mod">
          <ac:chgData name="Daria Bogdanova" userId="e13a454eef8ffc2c" providerId="LiveId" clId="{6F78F419-06E8-4A20-B98B-6C0451B58418}" dt="2026-09-20T13:51:52.469" v="1275" actId="1076"/>
          <ac:spMkLst>
            <pc:docMk/>
            <pc:sldMk cId="0" sldId="265"/>
            <ac:spMk id="35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3:52:39.377" v="1281" actId="478"/>
          <ac:spMkLst>
            <pc:docMk/>
            <pc:sldMk cId="0" sldId="265"/>
            <ac:spMk id="36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3:52:56.830" v="1286" actId="478"/>
          <ac:spMkLst>
            <pc:docMk/>
            <pc:sldMk cId="0" sldId="265"/>
            <ac:spMk id="37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3:53:06.521" v="1290" actId="478"/>
          <ac:spMkLst>
            <pc:docMk/>
            <pc:sldMk cId="0" sldId="265"/>
            <ac:spMk id="38" creationId="{00000000-0000-0000-0000-000000000000}"/>
          </ac:spMkLst>
        </pc:spChg>
        <pc:spChg chg="mod">
          <ac:chgData name="Daria Bogdanova" userId="e13a454eef8ffc2c" providerId="LiveId" clId="{6F78F419-06E8-4A20-B98B-6C0451B58418}" dt="2026-09-20T14:02:00.149" v="1433" actId="14100"/>
          <ac:spMkLst>
            <pc:docMk/>
            <pc:sldMk cId="0" sldId="265"/>
            <ac:spMk id="39" creationId="{00000000-0000-0000-0000-000000000000}"/>
          </ac:spMkLst>
        </pc:spChg>
        <pc:spChg chg="del mod">
          <ac:chgData name="Daria Bogdanova" userId="e13a454eef8ffc2c" providerId="LiveId" clId="{6F78F419-06E8-4A20-B98B-6C0451B58418}" dt="2026-09-20T13:52:45.287" v="1282" actId="478"/>
          <ac:spMkLst>
            <pc:docMk/>
            <pc:sldMk cId="0" sldId="265"/>
            <ac:spMk id="40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3:52:59.240" v="1287" actId="478"/>
          <ac:spMkLst>
            <pc:docMk/>
            <pc:sldMk cId="0" sldId="265"/>
            <ac:spMk id="41" creationId="{00000000-0000-0000-0000-000000000000}"/>
          </ac:spMkLst>
        </pc:spChg>
        <pc:spChg chg="del">
          <ac:chgData name="Daria Bogdanova" userId="e13a454eef8ffc2c" providerId="LiveId" clId="{6F78F419-06E8-4A20-B98B-6C0451B58418}" dt="2026-09-20T13:53:03.446" v="1289" actId="478"/>
          <ac:spMkLst>
            <pc:docMk/>
            <pc:sldMk cId="0" sldId="265"/>
            <ac:spMk id="42" creationId="{00000000-0000-0000-0000-000000000000}"/>
          </ac:spMkLst>
        </pc:spChg>
        <pc:spChg chg="mod">
          <ac:chgData name="Daria Bogdanova" userId="e13a454eef8ffc2c" providerId="LiveId" clId="{6F78F419-06E8-4A20-B98B-6C0451B58418}" dt="2026-09-20T13:53:11.984" v="1292"/>
          <ac:spMkLst>
            <pc:docMk/>
            <pc:sldMk cId="0" sldId="265"/>
            <ac:spMk id="47" creationId="{A92CB70B-7D56-6387-AEB9-98F0469B4A74}"/>
          </ac:spMkLst>
        </pc:spChg>
        <pc:spChg chg="mod">
          <ac:chgData name="Daria Bogdanova" userId="e13a454eef8ffc2c" providerId="LiveId" clId="{6F78F419-06E8-4A20-B98B-6C0451B58418}" dt="2026-09-20T13:53:11.984" v="1292"/>
          <ac:spMkLst>
            <pc:docMk/>
            <pc:sldMk cId="0" sldId="265"/>
            <ac:spMk id="48" creationId="{829B62E6-5171-611A-0852-254ECFCCF632}"/>
          </ac:spMkLst>
        </pc:spChg>
        <pc:spChg chg="mod">
          <ac:chgData name="Daria Bogdanova" userId="e13a454eef8ffc2c" providerId="LiveId" clId="{6F78F419-06E8-4A20-B98B-6C0451B58418}" dt="2026-09-20T13:53:11.984" v="1292"/>
          <ac:spMkLst>
            <pc:docMk/>
            <pc:sldMk cId="0" sldId="265"/>
            <ac:spMk id="49" creationId="{17A8FE4A-06BD-C5D9-8A78-86A5AC4B7152}"/>
          </ac:spMkLst>
        </pc:spChg>
        <pc:spChg chg="mod">
          <ac:chgData name="Daria Bogdanova" userId="e13a454eef8ffc2c" providerId="LiveId" clId="{6F78F419-06E8-4A20-B98B-6C0451B58418}" dt="2026-09-20T13:53:11.984" v="1292"/>
          <ac:spMkLst>
            <pc:docMk/>
            <pc:sldMk cId="0" sldId="265"/>
            <ac:spMk id="50" creationId="{F061DBD2-E74A-ADD5-23A6-96BB167E2E97}"/>
          </ac:spMkLst>
        </pc:spChg>
        <pc:spChg chg="mod">
          <ac:chgData name="Daria Bogdanova" userId="e13a454eef8ffc2c" providerId="LiveId" clId="{6F78F419-06E8-4A20-B98B-6C0451B58418}" dt="2026-09-20T13:53:18.723" v="1294"/>
          <ac:spMkLst>
            <pc:docMk/>
            <pc:sldMk cId="0" sldId="265"/>
            <ac:spMk id="54" creationId="{4AF966EA-0D14-62EC-1297-736AF888559C}"/>
          </ac:spMkLst>
        </pc:spChg>
        <pc:spChg chg="mod">
          <ac:chgData name="Daria Bogdanova" userId="e13a454eef8ffc2c" providerId="LiveId" clId="{6F78F419-06E8-4A20-B98B-6C0451B58418}" dt="2026-09-20T13:53:18.723" v="1294"/>
          <ac:spMkLst>
            <pc:docMk/>
            <pc:sldMk cId="0" sldId="265"/>
            <ac:spMk id="55" creationId="{7C0E04AD-92C6-B2BD-85ED-E25E5CCDF81A}"/>
          </ac:spMkLst>
        </pc:spChg>
        <pc:spChg chg="mod">
          <ac:chgData name="Daria Bogdanova" userId="e13a454eef8ffc2c" providerId="LiveId" clId="{6F78F419-06E8-4A20-B98B-6C0451B58418}" dt="2026-09-20T13:53:18.723" v="1294"/>
          <ac:spMkLst>
            <pc:docMk/>
            <pc:sldMk cId="0" sldId="265"/>
            <ac:spMk id="56" creationId="{5AFFEEF3-D078-3801-A1AE-55099BAE1C21}"/>
          </ac:spMkLst>
        </pc:spChg>
        <pc:spChg chg="mod">
          <ac:chgData name="Daria Bogdanova" userId="e13a454eef8ffc2c" providerId="LiveId" clId="{6F78F419-06E8-4A20-B98B-6C0451B58418}" dt="2026-09-20T13:53:18.723" v="1294"/>
          <ac:spMkLst>
            <pc:docMk/>
            <pc:sldMk cId="0" sldId="265"/>
            <ac:spMk id="57" creationId="{39C93D66-74DA-7655-712A-08CBF8D977D8}"/>
          </ac:spMkLst>
        </pc:spChg>
        <pc:spChg chg="add mod">
          <ac:chgData name="Daria Bogdanova" userId="e13a454eef8ffc2c" providerId="LiveId" clId="{6F78F419-06E8-4A20-B98B-6C0451B58418}" dt="2026-09-20T17:19:36.969" v="2027"/>
          <ac:spMkLst>
            <pc:docMk/>
            <pc:sldMk cId="0" sldId="265"/>
            <ac:spMk id="59" creationId="{7D2DCAEF-59CC-B9EF-50F4-46B08BB7F2A9}"/>
          </ac:spMkLst>
        </pc:spChg>
        <pc:spChg chg="add mod">
          <ac:chgData name="Daria Bogdanova" userId="e13a454eef8ffc2c" providerId="LiveId" clId="{6F78F419-06E8-4A20-B98B-6C0451B58418}" dt="2026-09-20T14:03:16.097" v="1438" actId="1076"/>
          <ac:spMkLst>
            <pc:docMk/>
            <pc:sldMk cId="0" sldId="265"/>
            <ac:spMk id="61" creationId="{EBEAE10F-44E7-0D3E-1EE4-5EE194AA9B8E}"/>
          </ac:spMkLst>
        </pc:spChg>
        <pc:spChg chg="add mod">
          <ac:chgData name="Daria Bogdanova" userId="e13a454eef8ffc2c" providerId="LiveId" clId="{6F78F419-06E8-4A20-B98B-6C0451B58418}" dt="2026-09-20T14:02:07.564" v="1435" actId="14100"/>
          <ac:spMkLst>
            <pc:docMk/>
            <pc:sldMk cId="0" sldId="265"/>
            <ac:spMk id="63" creationId="{5E36A98E-F8F0-188C-A8E4-48FB174E6800}"/>
          </ac:spMkLst>
        </pc:spChg>
        <pc:spChg chg="add mod">
          <ac:chgData name="Daria Bogdanova" userId="e13a454eef8ffc2c" providerId="LiveId" clId="{6F78F419-06E8-4A20-B98B-6C0451B58418}" dt="2026-09-20T14:00:22.411" v="1421" actId="20577"/>
          <ac:spMkLst>
            <pc:docMk/>
            <pc:sldMk cId="0" sldId="265"/>
            <ac:spMk id="65" creationId="{EFBD51CC-8980-F45E-AE5A-87F53EF524DC}"/>
          </ac:spMkLst>
        </pc:spChg>
        <pc:grpChg chg="mod">
          <ac:chgData name="Daria Bogdanova" userId="e13a454eef8ffc2c" providerId="LiveId" clId="{6F78F419-06E8-4A20-B98B-6C0451B58418}" dt="2026-09-20T13:51:47.616" v="1274" actId="164"/>
          <ac:grpSpMkLst>
            <pc:docMk/>
            <pc:sldMk cId="0" sldId="265"/>
            <ac:grpSpMk id="11" creationId="{00000000-0000-0000-0000-000000000000}"/>
          </ac:grpSpMkLst>
        </pc:grpChg>
        <pc:grpChg chg="mod">
          <ac:chgData name="Daria Bogdanova" userId="e13a454eef8ffc2c" providerId="LiveId" clId="{6F78F419-06E8-4A20-B98B-6C0451B58418}" dt="2026-09-20T13:51:47.616" v="1274" actId="164"/>
          <ac:grpSpMkLst>
            <pc:docMk/>
            <pc:sldMk cId="0" sldId="265"/>
            <ac:grpSpMk id="14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20T13:52:30.214" v="1279" actId="478"/>
          <ac:grpSpMkLst>
            <pc:docMk/>
            <pc:sldMk cId="0" sldId="265"/>
            <ac:grpSpMk id="17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20T13:52:48.470" v="1283" actId="478"/>
          <ac:grpSpMkLst>
            <pc:docMk/>
            <pc:sldMk cId="0" sldId="265"/>
            <ac:grpSpMk id="20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20T13:52:49.976" v="1284" actId="478"/>
          <ac:grpSpMkLst>
            <pc:docMk/>
            <pc:sldMk cId="0" sldId="265"/>
            <ac:grpSpMk id="23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20T13:52:52.102" v="1285" actId="478"/>
          <ac:grpSpMkLst>
            <pc:docMk/>
            <pc:sldMk cId="0" sldId="265"/>
            <ac:grpSpMk id="26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20T13:53:00.906" v="1288" actId="478"/>
          <ac:grpSpMkLst>
            <pc:docMk/>
            <pc:sldMk cId="0" sldId="265"/>
            <ac:grpSpMk id="29" creationId="{00000000-0000-0000-0000-000000000000}"/>
          </ac:grpSpMkLst>
        </pc:grpChg>
        <pc:grpChg chg="del">
          <ac:chgData name="Daria Bogdanova" userId="e13a454eef8ffc2c" providerId="LiveId" clId="{6F78F419-06E8-4A20-B98B-6C0451B58418}" dt="2026-09-20T13:53:08.873" v="1291" actId="478"/>
          <ac:grpSpMkLst>
            <pc:docMk/>
            <pc:sldMk cId="0" sldId="265"/>
            <ac:grpSpMk id="32" creationId="{00000000-0000-0000-0000-000000000000}"/>
          </ac:grpSpMkLst>
        </pc:grpChg>
        <pc:grpChg chg="add mod">
          <ac:chgData name="Daria Bogdanova" userId="e13a454eef8ffc2c" providerId="LiveId" clId="{6F78F419-06E8-4A20-B98B-6C0451B58418}" dt="2026-09-20T14:02:26.094" v="1436" actId="14100"/>
          <ac:grpSpMkLst>
            <pc:docMk/>
            <pc:sldMk cId="0" sldId="265"/>
            <ac:grpSpMk id="43" creationId="{8FC5974C-0355-E899-6D10-BADF424CEE85}"/>
          </ac:grpSpMkLst>
        </pc:grpChg>
        <pc:grpChg chg="add mod">
          <ac:chgData name="Daria Bogdanova" userId="e13a454eef8ffc2c" providerId="LiveId" clId="{6F78F419-06E8-4A20-B98B-6C0451B58418}" dt="2026-09-20T14:03:11.843" v="1437" actId="1076"/>
          <ac:grpSpMkLst>
            <pc:docMk/>
            <pc:sldMk cId="0" sldId="265"/>
            <ac:grpSpMk id="44" creationId="{7B1818EA-581E-52A3-0A0E-DCD2AE78A3E2}"/>
          </ac:grpSpMkLst>
        </pc:grpChg>
        <pc:grpChg chg="mod">
          <ac:chgData name="Daria Bogdanova" userId="e13a454eef8ffc2c" providerId="LiveId" clId="{6F78F419-06E8-4A20-B98B-6C0451B58418}" dt="2026-09-20T13:53:11.984" v="1292"/>
          <ac:grpSpMkLst>
            <pc:docMk/>
            <pc:sldMk cId="0" sldId="265"/>
            <ac:grpSpMk id="45" creationId="{A46CC5CB-ED44-C6D9-67E0-34DA94C7A948}"/>
          </ac:grpSpMkLst>
        </pc:grpChg>
        <pc:grpChg chg="mod">
          <ac:chgData name="Daria Bogdanova" userId="e13a454eef8ffc2c" providerId="LiveId" clId="{6F78F419-06E8-4A20-B98B-6C0451B58418}" dt="2026-09-20T13:53:11.984" v="1292"/>
          <ac:grpSpMkLst>
            <pc:docMk/>
            <pc:sldMk cId="0" sldId="265"/>
            <ac:grpSpMk id="46" creationId="{70B1E01D-505E-8D82-4479-F69541C797DA}"/>
          </ac:grpSpMkLst>
        </pc:grpChg>
        <pc:grpChg chg="add mod">
          <ac:chgData name="Daria Bogdanova" userId="e13a454eef8ffc2c" providerId="LiveId" clId="{6F78F419-06E8-4A20-B98B-6C0451B58418}" dt="2026-09-20T14:03:33.464" v="1441" actId="14100"/>
          <ac:grpSpMkLst>
            <pc:docMk/>
            <pc:sldMk cId="0" sldId="265"/>
            <ac:grpSpMk id="51" creationId="{4DD093DF-D96A-D8D3-2E19-5AFDE756DE82}"/>
          </ac:grpSpMkLst>
        </pc:grpChg>
        <pc:grpChg chg="mod">
          <ac:chgData name="Daria Bogdanova" userId="e13a454eef8ffc2c" providerId="LiveId" clId="{6F78F419-06E8-4A20-B98B-6C0451B58418}" dt="2026-09-20T13:53:18.723" v="1294"/>
          <ac:grpSpMkLst>
            <pc:docMk/>
            <pc:sldMk cId="0" sldId="265"/>
            <ac:grpSpMk id="52" creationId="{78BA2CC1-4F68-5722-941F-EAED7328F407}"/>
          </ac:grpSpMkLst>
        </pc:grpChg>
        <pc:grpChg chg="mod">
          <ac:chgData name="Daria Bogdanova" userId="e13a454eef8ffc2c" providerId="LiveId" clId="{6F78F419-06E8-4A20-B98B-6C0451B58418}" dt="2026-09-20T13:53:18.723" v="1294"/>
          <ac:grpSpMkLst>
            <pc:docMk/>
            <pc:sldMk cId="0" sldId="265"/>
            <ac:grpSpMk id="53" creationId="{A7D50D25-0D7D-E0D0-73A8-5F73022EEB2F}"/>
          </ac:grpSpMkLst>
        </pc:grpChg>
      </pc:sldChg>
      <pc:sldChg chg="del">
        <pc:chgData name="Daria Bogdanova" userId="e13a454eef8ffc2c" providerId="LiveId" clId="{6F78F419-06E8-4A20-B98B-6C0451B58418}" dt="2026-09-20T16:52:44.774" v="1966" actId="47"/>
        <pc:sldMkLst>
          <pc:docMk/>
          <pc:sldMk cId="0" sldId="266"/>
        </pc:sldMkLst>
      </pc:sldChg>
      <pc:sldChg chg="del">
        <pc:chgData name="Daria Bogdanova" userId="e13a454eef8ffc2c" providerId="LiveId" clId="{6F78F419-06E8-4A20-B98B-6C0451B58418}" dt="2026-09-20T16:52:45.543" v="1967" actId="47"/>
        <pc:sldMkLst>
          <pc:docMk/>
          <pc:sldMk cId="0" sldId="267"/>
        </pc:sldMkLst>
      </pc:sldChg>
      <pc:sldChg chg="del">
        <pc:chgData name="Daria Bogdanova" userId="e13a454eef8ffc2c" providerId="LiveId" clId="{6F78F419-06E8-4A20-B98B-6C0451B58418}" dt="2026-09-20T16:52:46.367" v="1968" actId="47"/>
        <pc:sldMkLst>
          <pc:docMk/>
          <pc:sldMk cId="0" sldId="268"/>
        </pc:sldMkLst>
      </pc:sldChg>
      <pc:sldChg chg="add del setBg">
        <pc:chgData name="Daria Bogdanova" userId="e13a454eef8ffc2c" providerId="LiveId" clId="{6F78F419-06E8-4A20-B98B-6C0451B58418}" dt="2026-09-19T21:50:04.092" v="148"/>
        <pc:sldMkLst>
          <pc:docMk/>
          <pc:sldMk cId="838920809" sldId="269"/>
        </pc:sldMkLst>
      </pc:sldChg>
      <pc:sldChg chg="add del setBg">
        <pc:chgData name="Daria Bogdanova" userId="e13a454eef8ffc2c" providerId="LiveId" clId="{6F78F419-06E8-4A20-B98B-6C0451B58418}" dt="2026-09-19T21:46:33.946" v="141" actId="47"/>
        <pc:sldMkLst>
          <pc:docMk/>
          <pc:sldMk cId="1486674165" sldId="269"/>
        </pc:sldMkLst>
      </pc:sldChg>
      <pc:sldChg chg="addSp modSp new mod">
        <pc:chgData name="Daria Bogdanova" userId="e13a454eef8ffc2c" providerId="LiveId" clId="{6F78F419-06E8-4A20-B98B-6C0451B58418}" dt="2026-09-20T18:12:15.781" v="2119"/>
        <pc:sldMkLst>
          <pc:docMk/>
          <pc:sldMk cId="2856567898" sldId="269"/>
        </pc:sldMkLst>
        <pc:spChg chg="add mod">
          <ac:chgData name="Daria Bogdanova" userId="e13a454eef8ffc2c" providerId="LiveId" clId="{6F78F419-06E8-4A20-B98B-6C0451B58418}" dt="2026-09-20T13:18:14.391" v="690" actId="1076"/>
          <ac:spMkLst>
            <pc:docMk/>
            <pc:sldMk cId="2856567898" sldId="269"/>
            <ac:spMk id="5" creationId="{F7D702FC-F4FD-28E8-8588-2116B6859F2F}"/>
          </ac:spMkLst>
        </pc:spChg>
        <pc:spChg chg="add mod">
          <ac:chgData name="Daria Bogdanova" userId="e13a454eef8ffc2c" providerId="LiveId" clId="{6F78F419-06E8-4A20-B98B-6C0451B58418}" dt="2026-09-20T17:02:13.515" v="2007"/>
          <ac:spMkLst>
            <pc:docMk/>
            <pc:sldMk cId="2856567898" sldId="269"/>
            <ac:spMk id="7" creationId="{6C07B682-4FE0-C927-68DF-2CB8CCBBBF16}"/>
          </ac:spMkLst>
        </pc:spChg>
        <pc:spChg chg="add mod">
          <ac:chgData name="Daria Bogdanova" userId="e13a454eef8ffc2c" providerId="LiveId" clId="{6F78F419-06E8-4A20-B98B-6C0451B58418}" dt="2026-09-20T18:12:15.781" v="2119"/>
          <ac:spMkLst>
            <pc:docMk/>
            <pc:sldMk cId="2856567898" sldId="269"/>
            <ac:spMk id="9" creationId="{156F0AAA-60C1-C035-EAE7-B1212D560686}"/>
          </ac:spMkLst>
        </pc:spChg>
        <pc:picChg chg="add mod">
          <ac:chgData name="Daria Bogdanova" userId="e13a454eef8ffc2c" providerId="LiveId" clId="{6F78F419-06E8-4A20-B98B-6C0451B58418}" dt="2026-09-20T13:18:18.204" v="691" actId="1076"/>
          <ac:picMkLst>
            <pc:docMk/>
            <pc:sldMk cId="2856567898" sldId="269"/>
            <ac:picMk id="3" creationId="{D899823B-73BC-BB6F-A30D-B51EFA901A8D}"/>
          </ac:picMkLst>
        </pc:picChg>
      </pc:sldChg>
      <pc:sldChg chg="new del">
        <pc:chgData name="Daria Bogdanova" userId="e13a454eef8ffc2c" providerId="LiveId" clId="{6F78F419-06E8-4A20-B98B-6C0451B58418}" dt="2026-09-19T21:46:19.069" v="139" actId="680"/>
        <pc:sldMkLst>
          <pc:docMk/>
          <pc:sldMk cId="3679616268" sldId="269"/>
        </pc:sldMkLst>
      </pc:sldChg>
      <pc:sldChg chg="add del setBg">
        <pc:chgData name="Daria Bogdanova" userId="e13a454eef8ffc2c" providerId="LiveId" clId="{6F78F419-06E8-4A20-B98B-6C0451B58418}" dt="2026-09-19T21:49:57.566" v="146"/>
        <pc:sldMkLst>
          <pc:docMk/>
          <pc:sldMk cId="3767000423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2D8F4-BA7D-4AFD-8F2F-D42A95D226CC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3D014F-3202-4F01-B1E0-2C6574669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69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D014F-3202-4F01-B1E0-2C65746692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5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D014F-3202-4F01-B1E0-2C65746692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03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C1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278476"/>
            <a:ext cx="17423918" cy="5227224"/>
            <a:chOff x="0" y="0"/>
            <a:chExt cx="4545659" cy="15091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5659" cy="1509148"/>
            </a:xfrm>
            <a:custGeom>
              <a:avLst/>
              <a:gdLst/>
              <a:ahLst/>
              <a:cxnLst/>
              <a:rect l="l" t="t" r="r" b="b"/>
              <a:pathLst>
                <a:path w="4545659" h="1509148">
                  <a:moveTo>
                    <a:pt x="0" y="0"/>
                  </a:moveTo>
                  <a:lnTo>
                    <a:pt x="4545659" y="0"/>
                  </a:lnTo>
                  <a:lnTo>
                    <a:pt x="4545659" y="1509148"/>
                  </a:lnTo>
                  <a:lnTo>
                    <a:pt x="0" y="1509148"/>
                  </a:lnTo>
                  <a:close/>
                </a:path>
              </a:pathLst>
            </a:custGeom>
            <a:solidFill>
              <a:srgbClr val="F7FA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5659" cy="1547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039600" y="2561205"/>
            <a:ext cx="4428677" cy="4661765"/>
          </a:xfrm>
          <a:custGeom>
            <a:avLst/>
            <a:gdLst/>
            <a:ahLst/>
            <a:cxnLst/>
            <a:rect l="l" t="t" r="r" b="b"/>
            <a:pathLst>
              <a:path w="4428677" h="4661765">
                <a:moveTo>
                  <a:pt x="0" y="0"/>
                </a:moveTo>
                <a:lnTo>
                  <a:pt x="4428677" y="0"/>
                </a:lnTo>
                <a:lnTo>
                  <a:pt x="4428677" y="4661765"/>
                </a:lnTo>
                <a:lnTo>
                  <a:pt x="0" y="46617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64082" y="7637667"/>
            <a:ext cx="8279918" cy="1311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00" i="1" dirty="0" err="1"/>
              <a:t>Изучение</a:t>
            </a:r>
            <a:r>
              <a:rPr lang="en-US" sz="2400" i="1" dirty="0"/>
              <a:t> </a:t>
            </a:r>
            <a:r>
              <a:rPr lang="en-US" sz="2400" i="1" dirty="0" err="1"/>
              <a:t>поведения</a:t>
            </a:r>
            <a:r>
              <a:rPr lang="en-US" sz="2400" i="1" dirty="0"/>
              <a:t> </a:t>
            </a:r>
            <a:r>
              <a:rPr lang="en-US" sz="2400" i="1" dirty="0" err="1"/>
              <a:t>пользователей</a:t>
            </a:r>
            <a:r>
              <a:rPr lang="en-US" sz="2400" i="1" dirty="0"/>
              <a:t> </a:t>
            </a:r>
            <a:r>
              <a:rPr lang="en-US" sz="2400" i="1" dirty="0" err="1"/>
              <a:t>мобильного</a:t>
            </a:r>
            <a:r>
              <a:rPr lang="en-US" sz="2400" i="1" dirty="0"/>
              <a:t> </a:t>
            </a:r>
            <a:r>
              <a:rPr lang="en-US" sz="2400" i="1" dirty="0" err="1"/>
              <a:t>приложения</a:t>
            </a:r>
            <a:r>
              <a:rPr lang="en-US" sz="2400" i="1" dirty="0"/>
              <a:t> и </a:t>
            </a:r>
            <a:r>
              <a:rPr lang="en-US" sz="2400" i="1" dirty="0" err="1"/>
              <a:t>оценка</a:t>
            </a:r>
            <a:r>
              <a:rPr lang="en-US" sz="2400" i="1" dirty="0"/>
              <a:t> </a:t>
            </a:r>
            <a:r>
              <a:rPr lang="en-US" sz="2400" i="1" dirty="0" err="1"/>
              <a:t>результатов</a:t>
            </a:r>
            <a:r>
              <a:rPr lang="en-US" sz="2400" i="1" dirty="0"/>
              <a:t> </a:t>
            </a:r>
            <a:r>
              <a:rPr lang="en-US" sz="2400" i="1" dirty="0" err="1"/>
              <a:t>эксперимента</a:t>
            </a:r>
            <a:r>
              <a:rPr lang="en-US" sz="2400" i="1" dirty="0"/>
              <a:t> A/A/B-</a:t>
            </a:r>
            <a:r>
              <a:rPr lang="en-US" sz="2400" i="1" dirty="0" err="1"/>
              <a:t>исследования</a:t>
            </a:r>
            <a:r>
              <a:rPr lang="en-US" sz="2400" i="1" dirty="0"/>
              <a:t>.</a:t>
            </a:r>
            <a:endParaRPr lang="en-US" sz="2400" dirty="0"/>
          </a:p>
          <a:p>
            <a:pPr algn="l">
              <a:lnSpc>
                <a:spcPts val="3499"/>
              </a:lnSpc>
            </a:pPr>
            <a:endParaRPr lang="en-US" sz="2400" dirty="0">
              <a:solidFill>
                <a:srgbClr val="0F0E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1566C5-F197-C55C-AB08-2B71D09529B7}"/>
              </a:ext>
            </a:extLst>
          </p:cNvPr>
          <p:cNvSpPr txBox="1"/>
          <p:nvPr/>
        </p:nvSpPr>
        <p:spPr>
          <a:xfrm>
            <a:off x="864082" y="2863372"/>
            <a:ext cx="92583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dirty="0"/>
              <a:t>Анализ п</a:t>
            </a:r>
            <a:r>
              <a:rPr lang="en-US" sz="5400" b="1" dirty="0" err="1"/>
              <a:t>оведени</a:t>
            </a:r>
            <a:r>
              <a:rPr lang="ru-RU" sz="5400" b="1" dirty="0"/>
              <a:t>я</a:t>
            </a:r>
            <a:r>
              <a:rPr lang="en-US" sz="5400" b="1" dirty="0"/>
              <a:t> </a:t>
            </a:r>
            <a:r>
              <a:rPr lang="en-US" sz="5400" b="1" dirty="0" err="1"/>
              <a:t>пользователей</a:t>
            </a:r>
            <a:r>
              <a:rPr lang="en-US" sz="5400" b="1" dirty="0"/>
              <a:t> </a:t>
            </a:r>
            <a:r>
              <a:rPr lang="en-US" sz="5400" b="1" dirty="0" err="1"/>
              <a:t>мобильного</a:t>
            </a:r>
            <a:r>
              <a:rPr lang="en-US" sz="5400" b="1" dirty="0"/>
              <a:t> </a:t>
            </a:r>
            <a:r>
              <a:rPr lang="en-US" sz="5400" b="1" dirty="0" err="1"/>
              <a:t>приложения</a:t>
            </a:r>
            <a:r>
              <a:rPr lang="en-US" sz="5400" b="1" dirty="0"/>
              <a:t> </a:t>
            </a:r>
            <a:r>
              <a:rPr lang="en-US" sz="5400" b="1" dirty="0" err="1"/>
              <a:t>по</a:t>
            </a:r>
            <a:r>
              <a:rPr lang="en-US" sz="5400" b="1" dirty="0"/>
              <a:t> </a:t>
            </a:r>
            <a:r>
              <a:rPr lang="en-US" sz="5400" b="1" dirty="0" err="1"/>
              <a:t>продаже</a:t>
            </a:r>
            <a:r>
              <a:rPr lang="en-US" sz="5400" b="1" dirty="0"/>
              <a:t> </a:t>
            </a:r>
            <a:r>
              <a:rPr lang="en-US" sz="5400" b="1" dirty="0" err="1"/>
              <a:t>продуктов</a:t>
            </a:r>
            <a:r>
              <a:rPr lang="en-US" sz="5400" b="1" dirty="0"/>
              <a:t> </a:t>
            </a:r>
            <a:r>
              <a:rPr lang="en-US" sz="5400" b="1" dirty="0" err="1"/>
              <a:t>питания</a:t>
            </a:r>
            <a:endParaRPr 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C1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74258" y="1028700"/>
            <a:ext cx="12313742" cy="8229600"/>
            <a:chOff x="0" y="0"/>
            <a:chExt cx="3243125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43125" cy="2167467"/>
            </a:xfrm>
            <a:custGeom>
              <a:avLst/>
              <a:gdLst/>
              <a:ahLst/>
              <a:cxnLst/>
              <a:rect l="l" t="t" r="r" b="b"/>
              <a:pathLst>
                <a:path w="3243125" h="2167467">
                  <a:moveTo>
                    <a:pt x="0" y="0"/>
                  </a:moveTo>
                  <a:lnTo>
                    <a:pt x="3243125" y="0"/>
                  </a:lnTo>
                  <a:lnTo>
                    <a:pt x="324312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7FA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243125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3245602"/>
            <a:ext cx="4465701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861433" y="6296597"/>
            <a:ext cx="2606298" cy="2961703"/>
          </a:xfrm>
          <a:custGeom>
            <a:avLst/>
            <a:gdLst/>
            <a:ahLst/>
            <a:cxnLst/>
            <a:rect l="l" t="t" r="r" b="b"/>
            <a:pathLst>
              <a:path w="2606298" h="2961703">
                <a:moveTo>
                  <a:pt x="0" y="0"/>
                </a:moveTo>
                <a:lnTo>
                  <a:pt x="2606298" y="0"/>
                </a:lnTo>
                <a:lnTo>
                  <a:pt x="2606298" y="2961703"/>
                </a:lnTo>
                <a:lnTo>
                  <a:pt x="0" y="29617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181100"/>
            <a:ext cx="4785204" cy="172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ru-RU" sz="6600" b="1" dirty="0">
                <a:solidFill>
                  <a:srgbClr val="F7FA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Основной вывод</a:t>
            </a:r>
            <a:endParaRPr lang="en-US" sz="6600" b="1" dirty="0">
              <a:solidFill>
                <a:srgbClr val="F7FAF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657132-3540-5800-02CC-AE0B228D1BAC}"/>
              </a:ext>
            </a:extLst>
          </p:cNvPr>
          <p:cNvSpPr txBox="1"/>
          <p:nvPr/>
        </p:nvSpPr>
        <p:spPr>
          <a:xfrm>
            <a:off x="6553200" y="1866900"/>
            <a:ext cx="11384639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 err="1"/>
              <a:t>Изменение</a:t>
            </a:r>
            <a:r>
              <a:rPr lang="en-US" sz="3600" b="1" dirty="0"/>
              <a:t> </a:t>
            </a:r>
            <a:r>
              <a:rPr lang="en-US" sz="3600" b="1" dirty="0" err="1"/>
              <a:t>шрифта</a:t>
            </a:r>
            <a:r>
              <a:rPr lang="en-US" sz="3600" b="1" dirty="0"/>
              <a:t> </a:t>
            </a:r>
            <a:r>
              <a:rPr lang="en-US" sz="3600" b="1" dirty="0" err="1"/>
              <a:t>не</a:t>
            </a:r>
            <a:r>
              <a:rPr lang="en-US" sz="3600" b="1" dirty="0"/>
              <a:t> </a:t>
            </a:r>
            <a:r>
              <a:rPr lang="en-US" sz="3600" b="1" dirty="0" err="1"/>
              <a:t>оказало</a:t>
            </a:r>
            <a:r>
              <a:rPr lang="en-US" sz="3600" b="1" dirty="0"/>
              <a:t> </a:t>
            </a:r>
            <a:r>
              <a:rPr lang="en-US" sz="3600" b="1" dirty="0" err="1"/>
              <a:t>статистически</a:t>
            </a:r>
            <a:r>
              <a:rPr lang="en-US" sz="3600" b="1" dirty="0"/>
              <a:t> </a:t>
            </a:r>
            <a:r>
              <a:rPr lang="en-US" sz="3600" b="1" dirty="0" err="1"/>
              <a:t>значимого</a:t>
            </a:r>
            <a:r>
              <a:rPr lang="en-US" sz="3600" b="1" dirty="0"/>
              <a:t> </a:t>
            </a:r>
            <a:r>
              <a:rPr lang="en-US" sz="3600" b="1" dirty="0" err="1"/>
              <a:t>влияния</a:t>
            </a:r>
            <a:r>
              <a:rPr lang="en-US" sz="3600" b="1" dirty="0"/>
              <a:t> </a:t>
            </a:r>
            <a:r>
              <a:rPr lang="en-US" sz="3600" b="1" dirty="0" err="1"/>
              <a:t>на</a:t>
            </a:r>
            <a:r>
              <a:rPr lang="en-US" sz="3600" b="1" dirty="0"/>
              <a:t> </a:t>
            </a:r>
            <a:r>
              <a:rPr lang="en-US" sz="3600" b="1" dirty="0" err="1"/>
              <a:t>поведение</a:t>
            </a:r>
            <a:r>
              <a:rPr lang="en-US" sz="3600" b="1" dirty="0"/>
              <a:t> </a:t>
            </a:r>
            <a:r>
              <a:rPr lang="en-US" sz="3600" b="1" dirty="0" err="1"/>
              <a:t>пользователей</a:t>
            </a:r>
            <a:r>
              <a:rPr lang="en-US" sz="3600" b="1" dirty="0"/>
              <a:t> и </a:t>
            </a:r>
            <a:r>
              <a:rPr lang="en-US" sz="3600" b="1" dirty="0" err="1"/>
              <a:t>конверсию</a:t>
            </a:r>
            <a:r>
              <a:rPr lang="en-US" sz="3600" b="1" dirty="0"/>
              <a:t> </a:t>
            </a:r>
            <a:r>
              <a:rPr lang="en-US" sz="3600" b="1" dirty="0" err="1"/>
              <a:t>на</a:t>
            </a:r>
            <a:r>
              <a:rPr lang="en-US" sz="3600" b="1" dirty="0"/>
              <a:t> </a:t>
            </a:r>
            <a:r>
              <a:rPr lang="en-US" sz="3600" b="1" dirty="0" err="1"/>
              <a:t>этапах</a:t>
            </a:r>
            <a:r>
              <a:rPr lang="en-US" sz="3600" b="1" dirty="0"/>
              <a:t> </a:t>
            </a:r>
            <a:r>
              <a:rPr lang="en-US" sz="3600" b="1" dirty="0" err="1"/>
              <a:t>воронки</a:t>
            </a:r>
            <a:r>
              <a:rPr lang="en-US" sz="3600" b="1" dirty="0"/>
              <a:t>.</a:t>
            </a:r>
            <a:endParaRPr lang="ru-RU" sz="3600" b="1" dirty="0"/>
          </a:p>
          <a:p>
            <a:pPr>
              <a:buNone/>
            </a:pPr>
            <a:endParaRPr lang="en-US" sz="3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 err="1"/>
              <a:t>Статистически</a:t>
            </a:r>
            <a:r>
              <a:rPr lang="en-US" sz="2800" dirty="0"/>
              <a:t> </a:t>
            </a:r>
            <a:r>
              <a:rPr lang="en-US" sz="2800" dirty="0" err="1"/>
              <a:t>значимых</a:t>
            </a:r>
            <a:r>
              <a:rPr lang="en-US" sz="2800" dirty="0"/>
              <a:t> </a:t>
            </a:r>
            <a:r>
              <a:rPr lang="en-US" sz="2800" dirty="0" err="1"/>
              <a:t>различий</a:t>
            </a:r>
            <a:r>
              <a:rPr lang="en-US" sz="2800" dirty="0"/>
              <a:t> </a:t>
            </a:r>
            <a:r>
              <a:rPr lang="en-US" sz="2800" dirty="0" err="1"/>
              <a:t>между</a:t>
            </a:r>
            <a:r>
              <a:rPr lang="en-US" sz="2800" dirty="0"/>
              <a:t> </a:t>
            </a:r>
            <a:r>
              <a:rPr lang="en-US" sz="2800" dirty="0" err="1"/>
              <a:t>тестов</a:t>
            </a:r>
            <a:r>
              <a:rPr lang="ru-RU" sz="2800" dirty="0" err="1"/>
              <a:t>ыми</a:t>
            </a:r>
            <a:r>
              <a:rPr lang="en-US" sz="2800" dirty="0"/>
              <a:t> и </a:t>
            </a:r>
            <a:r>
              <a:rPr lang="en-US" sz="2800" dirty="0" err="1"/>
              <a:t>контрольн</a:t>
            </a:r>
            <a:r>
              <a:rPr lang="ru-RU" sz="2800" dirty="0"/>
              <a:t>ой</a:t>
            </a:r>
            <a:r>
              <a:rPr lang="en-US" sz="2800" dirty="0"/>
              <a:t> </a:t>
            </a:r>
            <a:r>
              <a:rPr lang="en-US" sz="2800" dirty="0" err="1"/>
              <a:t>группами</a:t>
            </a:r>
            <a:r>
              <a:rPr lang="en-US" sz="2800" dirty="0"/>
              <a:t> </a:t>
            </a:r>
            <a:r>
              <a:rPr lang="en-US" sz="2800" b="1" dirty="0" err="1"/>
              <a:t>не</a:t>
            </a:r>
            <a:r>
              <a:rPr lang="en-US" sz="2800" b="1" dirty="0"/>
              <a:t> </a:t>
            </a:r>
            <a:r>
              <a:rPr lang="en-US" sz="2800" b="1" dirty="0" err="1"/>
              <a:t>выявлено</a:t>
            </a:r>
            <a:r>
              <a:rPr lang="en-US" sz="2800" dirty="0"/>
              <a:t> (</a:t>
            </a:r>
            <a:r>
              <a:rPr lang="en-US" sz="2800" dirty="0">
                <a:latin typeface="+mn-lt"/>
              </a:rPr>
              <a:t>p-value &gt; 0,05</a:t>
            </a:r>
            <a:r>
              <a:rPr lang="en-US" sz="2800" dirty="0"/>
              <a:t>).</a:t>
            </a:r>
            <a:endParaRPr lang="ru-RU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800" dirty="0"/>
              <a:t>М</a:t>
            </a:r>
            <a:r>
              <a:rPr lang="en-US" sz="2800" dirty="0" err="1"/>
              <a:t>еньше</a:t>
            </a:r>
            <a:r>
              <a:rPr lang="en-US" sz="2800" dirty="0"/>
              <a:t> </a:t>
            </a:r>
            <a:r>
              <a:rPr lang="en-US" sz="2800" dirty="0" err="1"/>
              <a:t>половины</a:t>
            </a:r>
            <a:r>
              <a:rPr lang="en-US" sz="2800" dirty="0"/>
              <a:t> </a:t>
            </a:r>
            <a:r>
              <a:rPr lang="en-US" sz="2800" dirty="0" err="1"/>
              <a:t>всех</a:t>
            </a:r>
            <a:r>
              <a:rPr lang="en-US" sz="2800" dirty="0"/>
              <a:t> </a:t>
            </a:r>
            <a:r>
              <a:rPr lang="en-US" sz="2800" dirty="0" err="1"/>
              <a:t>уникальных</a:t>
            </a:r>
            <a:r>
              <a:rPr lang="en-US" sz="2800" dirty="0"/>
              <a:t> </a:t>
            </a:r>
            <a:r>
              <a:rPr lang="en-US" sz="2800" dirty="0" err="1"/>
              <a:t>пользователей</a:t>
            </a:r>
            <a:r>
              <a:rPr lang="en-US" sz="2800" dirty="0"/>
              <a:t> (</a:t>
            </a:r>
            <a:r>
              <a:rPr lang="en-US" sz="2800" b="1" dirty="0"/>
              <a:t>47%</a:t>
            </a:r>
            <a:r>
              <a:rPr lang="en-US" sz="2800" dirty="0"/>
              <a:t>) </a:t>
            </a:r>
            <a:r>
              <a:rPr lang="en-US" sz="2800" dirty="0" err="1"/>
              <a:t>совершили</a:t>
            </a:r>
            <a:r>
              <a:rPr lang="en-US" sz="2800" dirty="0"/>
              <a:t> </a:t>
            </a:r>
            <a:r>
              <a:rPr lang="en-US" sz="2800" dirty="0" err="1"/>
              <a:t>успешную</a:t>
            </a:r>
            <a:r>
              <a:rPr lang="en-US" sz="2800" dirty="0"/>
              <a:t> </a:t>
            </a:r>
            <a:r>
              <a:rPr lang="en-US" sz="2800" dirty="0" err="1"/>
              <a:t>оплату</a:t>
            </a:r>
            <a:r>
              <a:rPr lang="ru-RU" sz="2800" dirty="0"/>
              <a:t>.</a:t>
            </a:r>
            <a:endParaRPr lang="en-US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В </a:t>
            </a:r>
            <a:r>
              <a:rPr lang="en-US" sz="2800" dirty="0" err="1"/>
              <a:t>воронке</a:t>
            </a:r>
            <a:r>
              <a:rPr lang="en-US" sz="2800" dirty="0"/>
              <a:t> </a:t>
            </a:r>
            <a:r>
              <a:rPr lang="en-US" sz="2800" dirty="0" err="1"/>
              <a:t>основная</a:t>
            </a:r>
            <a:r>
              <a:rPr lang="en-US" sz="2800" dirty="0"/>
              <a:t> </a:t>
            </a:r>
            <a:r>
              <a:rPr lang="en-US" sz="2800" dirty="0" err="1"/>
              <a:t>потеря</a:t>
            </a:r>
            <a:r>
              <a:rPr lang="en-US" sz="2800" dirty="0"/>
              <a:t> </a:t>
            </a:r>
            <a:r>
              <a:rPr lang="en-US" sz="2800" dirty="0" err="1"/>
              <a:t>пользователей</a:t>
            </a:r>
            <a:r>
              <a:rPr lang="en-US" sz="2800" dirty="0"/>
              <a:t> </a:t>
            </a:r>
            <a:r>
              <a:rPr lang="en-US" sz="2800" dirty="0" err="1"/>
              <a:t>происходит</a:t>
            </a:r>
            <a:r>
              <a:rPr lang="en-US" sz="2800" dirty="0"/>
              <a:t> </a:t>
            </a:r>
            <a:r>
              <a:rPr lang="en-US" sz="2800" dirty="0" err="1"/>
              <a:t>при</a:t>
            </a:r>
            <a:r>
              <a:rPr lang="en-US" sz="2800" dirty="0"/>
              <a:t> </a:t>
            </a:r>
            <a:r>
              <a:rPr lang="en-US" sz="2800" dirty="0" err="1"/>
              <a:t>переходе</a:t>
            </a:r>
            <a:r>
              <a:rPr lang="en-US" sz="2800" dirty="0"/>
              <a:t> </a:t>
            </a:r>
            <a:r>
              <a:rPr lang="en-US" sz="2800" b="1" dirty="0"/>
              <a:t>с </a:t>
            </a:r>
            <a:r>
              <a:rPr lang="en-US" sz="2800" b="1" dirty="0" err="1"/>
              <a:t>главного</a:t>
            </a:r>
            <a:r>
              <a:rPr lang="en-US" sz="2800" b="1" dirty="0"/>
              <a:t> </a:t>
            </a:r>
            <a:r>
              <a:rPr lang="en-US" sz="2800" b="1" dirty="0" err="1"/>
              <a:t>экрана</a:t>
            </a:r>
            <a:r>
              <a:rPr lang="en-US" sz="2800" b="1" dirty="0"/>
              <a:t> к </a:t>
            </a:r>
            <a:r>
              <a:rPr lang="en-US" sz="2800" b="1" dirty="0" err="1"/>
              <a:t>каталогу</a:t>
            </a:r>
            <a:r>
              <a:rPr lang="en-US" sz="2800" dirty="0"/>
              <a:t> — </a:t>
            </a:r>
            <a:r>
              <a:rPr lang="en-US" sz="2800" dirty="0" err="1"/>
              <a:t>конверсия</a:t>
            </a:r>
            <a:r>
              <a:rPr lang="en-US" sz="2800" dirty="0"/>
              <a:t> </a:t>
            </a:r>
            <a:r>
              <a:rPr lang="en-US" sz="2800" dirty="0" err="1"/>
              <a:t>составляет</a:t>
            </a:r>
            <a:r>
              <a:rPr lang="en-US" sz="2800" dirty="0"/>
              <a:t> </a:t>
            </a:r>
            <a:r>
              <a:rPr lang="en-US" sz="2800" b="1" dirty="0"/>
              <a:t>61,91%</a:t>
            </a:r>
            <a:r>
              <a:rPr lang="en-US" sz="28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 err="1"/>
              <a:t>Переходы</a:t>
            </a:r>
            <a:r>
              <a:rPr lang="en-US" sz="2800" dirty="0"/>
              <a:t> </a:t>
            </a:r>
            <a:r>
              <a:rPr lang="en-US" sz="2800" b="1" dirty="0" err="1"/>
              <a:t>из</a:t>
            </a:r>
            <a:r>
              <a:rPr lang="en-US" sz="2800" b="1" dirty="0"/>
              <a:t> </a:t>
            </a:r>
            <a:r>
              <a:rPr lang="en-US" sz="2800" b="1" dirty="0" err="1"/>
              <a:t>каталога</a:t>
            </a:r>
            <a:r>
              <a:rPr lang="en-US" sz="2800" b="1" dirty="0"/>
              <a:t> в </a:t>
            </a:r>
            <a:r>
              <a:rPr lang="en-US" sz="2800" b="1" dirty="0" err="1"/>
              <a:t>корзину</a:t>
            </a:r>
            <a:r>
              <a:rPr lang="en-US" sz="2800" b="1" dirty="0"/>
              <a:t> (81,30%)</a:t>
            </a:r>
            <a:r>
              <a:rPr lang="en-US" sz="2800" dirty="0"/>
              <a:t> и </a:t>
            </a:r>
            <a:r>
              <a:rPr lang="en-US" sz="2800" b="1" dirty="0" err="1"/>
              <a:t>из</a:t>
            </a:r>
            <a:r>
              <a:rPr lang="en-US" sz="2800" b="1" dirty="0"/>
              <a:t> </a:t>
            </a:r>
            <a:r>
              <a:rPr lang="en-US" sz="2800" b="1" dirty="0" err="1"/>
              <a:t>корзины</a:t>
            </a:r>
            <a:r>
              <a:rPr lang="en-US" sz="2800" b="1" dirty="0"/>
              <a:t> к </a:t>
            </a:r>
            <a:r>
              <a:rPr lang="en-US" sz="2800" b="1" dirty="0" err="1"/>
              <a:t>оплате</a:t>
            </a:r>
            <a:r>
              <a:rPr lang="en-US" sz="2800" b="1" dirty="0"/>
              <a:t> (94,78%)</a:t>
            </a:r>
            <a:r>
              <a:rPr lang="en-US" sz="2800" dirty="0"/>
              <a:t> </a:t>
            </a:r>
            <a:r>
              <a:rPr lang="en-US" sz="2800" dirty="0" err="1"/>
              <a:t>проходят</a:t>
            </a:r>
            <a:r>
              <a:rPr lang="en-US" sz="2800" dirty="0"/>
              <a:t> </a:t>
            </a:r>
            <a:r>
              <a:rPr lang="en-US" sz="2800" dirty="0" err="1"/>
              <a:t>значительно</a:t>
            </a:r>
            <a:r>
              <a:rPr lang="en-US" sz="2800" dirty="0"/>
              <a:t> </a:t>
            </a:r>
            <a:r>
              <a:rPr lang="en-US" sz="2800" dirty="0" err="1"/>
              <a:t>эффективнее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C1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74258" y="1028700"/>
            <a:ext cx="12313742" cy="8229600"/>
            <a:chOff x="0" y="0"/>
            <a:chExt cx="3243125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43125" cy="2167467"/>
            </a:xfrm>
            <a:custGeom>
              <a:avLst/>
              <a:gdLst/>
              <a:ahLst/>
              <a:cxnLst/>
              <a:rect l="l" t="t" r="r" b="b"/>
              <a:pathLst>
                <a:path w="3243125" h="2167467">
                  <a:moveTo>
                    <a:pt x="0" y="0"/>
                  </a:moveTo>
                  <a:lnTo>
                    <a:pt x="3243125" y="0"/>
                  </a:lnTo>
                  <a:lnTo>
                    <a:pt x="324312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7FA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243125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3245602"/>
            <a:ext cx="4465701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742883" y="6243168"/>
            <a:ext cx="2924678" cy="3015132"/>
          </a:xfrm>
          <a:custGeom>
            <a:avLst/>
            <a:gdLst/>
            <a:ahLst/>
            <a:cxnLst/>
            <a:rect l="l" t="t" r="r" b="b"/>
            <a:pathLst>
              <a:path w="2924678" h="3015132">
                <a:moveTo>
                  <a:pt x="0" y="0"/>
                </a:moveTo>
                <a:lnTo>
                  <a:pt x="2924678" y="0"/>
                </a:lnTo>
                <a:lnTo>
                  <a:pt x="2924678" y="3015132"/>
                </a:lnTo>
                <a:lnTo>
                  <a:pt x="0" y="3015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181100"/>
            <a:ext cx="4785204" cy="172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ru-RU" sz="6999" b="1" dirty="0">
                <a:solidFill>
                  <a:srgbClr val="F7FA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Цель и задачи </a:t>
            </a:r>
            <a:endParaRPr lang="en-US" sz="6999" b="1" dirty="0">
              <a:solidFill>
                <a:srgbClr val="F7FAF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E6098E-7446-588D-02E9-F8F1A93C60DA}"/>
              </a:ext>
            </a:extLst>
          </p:cNvPr>
          <p:cNvSpPr txBox="1"/>
          <p:nvPr/>
        </p:nvSpPr>
        <p:spPr>
          <a:xfrm>
            <a:off x="6553200" y="1575978"/>
            <a:ext cx="1005840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sz="3200" b="1" kern="100" dirty="0">
                <a:solidFill>
                  <a:srgbClr val="007033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Цель:</a:t>
            </a:r>
            <a:endParaRPr lang="en-US" sz="3200" kern="100" dirty="0">
              <a:solidFill>
                <a:srgbClr val="007033"/>
              </a:solidFill>
              <a:effectLst/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Оценить поведение пользователей мобильного приложения и определить, повлияло ли изменение шрифта на прохождение пользователями воронки и успешную оплату.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en-US" sz="2800" kern="100" dirty="0">
              <a:effectLst/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kern="100" dirty="0" err="1">
                <a:solidFill>
                  <a:srgbClr val="007033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Основные</a:t>
            </a:r>
            <a:r>
              <a:rPr lang="en-US" sz="3200" b="1" kern="100" dirty="0">
                <a:solidFill>
                  <a:srgbClr val="007033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b="1" kern="100" dirty="0" err="1">
                <a:solidFill>
                  <a:srgbClr val="007033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задачи</a:t>
            </a:r>
            <a:r>
              <a:rPr lang="ru-RU" sz="3200" b="1" kern="100" dirty="0">
                <a:solidFill>
                  <a:srgbClr val="007033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sz="3200" kern="100" dirty="0">
              <a:solidFill>
                <a:srgbClr val="007033"/>
              </a:solidFill>
              <a:effectLst/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Проверить качество и полноту данных.</a:t>
            </a:r>
            <a:endParaRPr lang="en-US" sz="2800" kern="100" dirty="0">
              <a:effectLst/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Определить период, пригодный для анализа.</a:t>
            </a:r>
            <a:endParaRPr lang="en-US" sz="2800" kern="100" dirty="0">
              <a:effectLst/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Построить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воронку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пользовательских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событий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Провести 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-тест между контрольными группами.</a:t>
            </a:r>
            <a:endParaRPr lang="en-US" sz="2800" kern="100" dirty="0">
              <a:effectLst/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Провести 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-тест и сравнить тестовую группы с контрол</a:t>
            </a:r>
            <a:r>
              <a:rPr lang="ru-RU" sz="2800" kern="100" dirty="0">
                <a:ea typeface="Calibri" panose="020F0502020204030204" pitchFamily="34" charset="0"/>
                <a:cs typeface="Arial" panose="020B0604020202020204" pitchFamily="34" charset="0"/>
              </a:rPr>
              <a:t>ем</a:t>
            </a: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2800" kern="100" dirty="0">
              <a:effectLst/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Сформулировать продуктовые выводы и рекомендации.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C1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196021"/>
            <a:ext cx="16878300" cy="8205280"/>
            <a:chOff x="0" y="-38100"/>
            <a:chExt cx="3243125" cy="22055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43125" cy="2022615"/>
            </a:xfrm>
            <a:custGeom>
              <a:avLst/>
              <a:gdLst/>
              <a:ahLst/>
              <a:cxnLst/>
              <a:rect l="l" t="t" r="r" b="b"/>
              <a:pathLst>
                <a:path w="3243125" h="2167467">
                  <a:moveTo>
                    <a:pt x="0" y="0"/>
                  </a:moveTo>
                  <a:lnTo>
                    <a:pt x="3243125" y="0"/>
                  </a:lnTo>
                  <a:lnTo>
                    <a:pt x="324312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7FA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243125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B7F7B7DE-8FF7-BD35-BED0-86C5E8CEE96A}"/>
              </a:ext>
            </a:extLst>
          </p:cNvPr>
          <p:cNvGrpSpPr/>
          <p:nvPr/>
        </p:nvGrpSpPr>
        <p:grpSpPr>
          <a:xfrm>
            <a:off x="1393217" y="1935440"/>
            <a:ext cx="5117575" cy="7648080"/>
            <a:chOff x="1328743" y="2024310"/>
            <a:chExt cx="5117575" cy="7648080"/>
          </a:xfrm>
        </p:grpSpPr>
        <p:grpSp>
          <p:nvGrpSpPr>
            <p:cNvPr id="5" name="Group 5"/>
            <p:cNvGrpSpPr/>
            <p:nvPr/>
          </p:nvGrpSpPr>
          <p:grpSpPr>
            <a:xfrm>
              <a:off x="1328743" y="2688586"/>
              <a:ext cx="5117575" cy="6983804"/>
              <a:chOff x="0" y="0"/>
              <a:chExt cx="2729395" cy="40000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729395" cy="400007"/>
              </a:xfrm>
              <a:custGeom>
                <a:avLst/>
                <a:gdLst/>
                <a:ahLst/>
                <a:cxnLst/>
                <a:rect l="l" t="t" r="r" b="b"/>
                <a:pathLst>
                  <a:path w="2729395" h="400007">
                    <a:moveTo>
                      <a:pt x="0" y="0"/>
                    </a:moveTo>
                    <a:lnTo>
                      <a:pt x="2729395" y="0"/>
                    </a:lnTo>
                    <a:lnTo>
                      <a:pt x="2729395" y="400007"/>
                    </a:lnTo>
                    <a:lnTo>
                      <a:pt x="0" y="400007"/>
                    </a:lnTo>
                    <a:close/>
                  </a:path>
                </a:pathLst>
              </a:custGeom>
              <a:solidFill>
                <a:srgbClr val="CFE9DC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729395" cy="4381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6289649" y="2024310"/>
              <a:ext cx="156669" cy="7648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AutoShape 29"/>
          <p:cNvSpPr/>
          <p:nvPr/>
        </p:nvSpPr>
        <p:spPr>
          <a:xfrm>
            <a:off x="1343031" y="2225819"/>
            <a:ext cx="4465701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Box 39"/>
          <p:cNvSpPr txBox="1"/>
          <p:nvPr/>
        </p:nvSpPr>
        <p:spPr>
          <a:xfrm>
            <a:off x="1183280" y="479502"/>
            <a:ext cx="4785204" cy="257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ru-RU" sz="6000" b="1" dirty="0">
                <a:solidFill>
                  <a:srgbClr val="F7FA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Данные и подготовка</a:t>
            </a:r>
          </a:p>
          <a:p>
            <a:pPr algn="l">
              <a:lnSpc>
                <a:spcPts val="6719"/>
              </a:lnSpc>
            </a:pPr>
            <a:endParaRPr lang="en-US" sz="6000" b="1" dirty="0">
              <a:solidFill>
                <a:srgbClr val="F7FAF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828886CB-901E-A25B-1421-65608520C195}"/>
              </a:ext>
            </a:extLst>
          </p:cNvPr>
          <p:cNvGrpSpPr/>
          <p:nvPr/>
        </p:nvGrpSpPr>
        <p:grpSpPr>
          <a:xfrm>
            <a:off x="6886906" y="1935440"/>
            <a:ext cx="5117575" cy="7648080"/>
            <a:chOff x="1328743" y="2024310"/>
            <a:chExt cx="5117575" cy="7648080"/>
          </a:xfrm>
        </p:grpSpPr>
        <p:grpSp>
          <p:nvGrpSpPr>
            <p:cNvPr id="71" name="Group 5">
              <a:extLst>
                <a:ext uri="{FF2B5EF4-FFF2-40B4-BE49-F238E27FC236}">
                  <a16:creationId xmlns:a16="http://schemas.microsoft.com/office/drawing/2014/main" id="{2831A1E9-CFF0-3503-5285-6FF7768FCBB8}"/>
                </a:ext>
              </a:extLst>
            </p:cNvPr>
            <p:cNvGrpSpPr/>
            <p:nvPr/>
          </p:nvGrpSpPr>
          <p:grpSpPr>
            <a:xfrm>
              <a:off x="1328743" y="2688586"/>
              <a:ext cx="5117575" cy="6983804"/>
              <a:chOff x="0" y="0"/>
              <a:chExt cx="2729395" cy="400007"/>
            </a:xfrm>
          </p:grpSpPr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CA98192-CBE3-B80E-FC57-FC1170EEFD9C}"/>
                  </a:ext>
                </a:extLst>
              </p:cNvPr>
              <p:cNvSpPr/>
              <p:nvPr/>
            </p:nvSpPr>
            <p:spPr>
              <a:xfrm>
                <a:off x="0" y="0"/>
                <a:ext cx="2729395" cy="400007"/>
              </a:xfrm>
              <a:custGeom>
                <a:avLst/>
                <a:gdLst/>
                <a:ahLst/>
                <a:cxnLst/>
                <a:rect l="l" t="t" r="r" b="b"/>
                <a:pathLst>
                  <a:path w="2729395" h="400007">
                    <a:moveTo>
                      <a:pt x="0" y="0"/>
                    </a:moveTo>
                    <a:lnTo>
                      <a:pt x="2729395" y="0"/>
                    </a:lnTo>
                    <a:lnTo>
                      <a:pt x="2729395" y="400007"/>
                    </a:lnTo>
                    <a:lnTo>
                      <a:pt x="0" y="400007"/>
                    </a:lnTo>
                    <a:close/>
                  </a:path>
                </a:pathLst>
              </a:custGeom>
              <a:solidFill>
                <a:srgbClr val="CFE9DC"/>
              </a:solidFill>
            </p:spPr>
          </p:sp>
          <p:sp>
            <p:nvSpPr>
              <p:cNvPr id="74" name="TextBox 7">
                <a:extLst>
                  <a:ext uri="{FF2B5EF4-FFF2-40B4-BE49-F238E27FC236}">
                    <a16:creationId xmlns:a16="http://schemas.microsoft.com/office/drawing/2014/main" id="{66BE8081-8333-4B53-595E-8EA96AD56F4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729395" cy="4381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2" name="TextBox 16">
              <a:extLst>
                <a:ext uri="{FF2B5EF4-FFF2-40B4-BE49-F238E27FC236}">
                  <a16:creationId xmlns:a16="http://schemas.microsoft.com/office/drawing/2014/main" id="{D647FB0B-ECBB-0781-969A-3066987E5180}"/>
                </a:ext>
              </a:extLst>
            </p:cNvPr>
            <p:cNvSpPr txBox="1"/>
            <p:nvPr/>
          </p:nvSpPr>
          <p:spPr>
            <a:xfrm>
              <a:off x="6289649" y="2024310"/>
              <a:ext cx="156669" cy="7648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AA5291A0-2FD7-7B1F-2F33-7CD2C0A59C8D}"/>
              </a:ext>
            </a:extLst>
          </p:cNvPr>
          <p:cNvGrpSpPr/>
          <p:nvPr/>
        </p:nvGrpSpPr>
        <p:grpSpPr>
          <a:xfrm>
            <a:off x="12390120" y="1935440"/>
            <a:ext cx="5117575" cy="7648080"/>
            <a:chOff x="1328743" y="2024310"/>
            <a:chExt cx="5117575" cy="7648080"/>
          </a:xfrm>
        </p:grpSpPr>
        <p:grpSp>
          <p:nvGrpSpPr>
            <p:cNvPr id="76" name="Group 5">
              <a:extLst>
                <a:ext uri="{FF2B5EF4-FFF2-40B4-BE49-F238E27FC236}">
                  <a16:creationId xmlns:a16="http://schemas.microsoft.com/office/drawing/2014/main" id="{B72660A6-44DA-A2F1-8091-4766D7E6665B}"/>
                </a:ext>
              </a:extLst>
            </p:cNvPr>
            <p:cNvGrpSpPr/>
            <p:nvPr/>
          </p:nvGrpSpPr>
          <p:grpSpPr>
            <a:xfrm>
              <a:off x="1328743" y="2688586"/>
              <a:ext cx="5117575" cy="6983804"/>
              <a:chOff x="0" y="0"/>
              <a:chExt cx="2729395" cy="400007"/>
            </a:xfrm>
          </p:grpSpPr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8FB548B7-3E99-8199-22C8-3EBAA5CEC2D7}"/>
                  </a:ext>
                </a:extLst>
              </p:cNvPr>
              <p:cNvSpPr/>
              <p:nvPr/>
            </p:nvSpPr>
            <p:spPr>
              <a:xfrm>
                <a:off x="0" y="0"/>
                <a:ext cx="2729395" cy="400007"/>
              </a:xfrm>
              <a:custGeom>
                <a:avLst/>
                <a:gdLst/>
                <a:ahLst/>
                <a:cxnLst/>
                <a:rect l="l" t="t" r="r" b="b"/>
                <a:pathLst>
                  <a:path w="2729395" h="400007">
                    <a:moveTo>
                      <a:pt x="0" y="0"/>
                    </a:moveTo>
                    <a:lnTo>
                      <a:pt x="2729395" y="0"/>
                    </a:lnTo>
                    <a:lnTo>
                      <a:pt x="2729395" y="400007"/>
                    </a:lnTo>
                    <a:lnTo>
                      <a:pt x="0" y="400007"/>
                    </a:lnTo>
                    <a:close/>
                  </a:path>
                </a:pathLst>
              </a:custGeom>
              <a:solidFill>
                <a:srgbClr val="CFE9DC"/>
              </a:solidFill>
            </p:spPr>
          </p:sp>
          <p:sp>
            <p:nvSpPr>
              <p:cNvPr id="79" name="TextBox 7">
                <a:extLst>
                  <a:ext uri="{FF2B5EF4-FFF2-40B4-BE49-F238E27FC236}">
                    <a16:creationId xmlns:a16="http://schemas.microsoft.com/office/drawing/2014/main" id="{ABFB0796-0A3A-EF19-300E-F2F56935B14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729395" cy="4381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7" name="TextBox 16">
              <a:extLst>
                <a:ext uri="{FF2B5EF4-FFF2-40B4-BE49-F238E27FC236}">
                  <a16:creationId xmlns:a16="http://schemas.microsoft.com/office/drawing/2014/main" id="{425827D0-1905-2599-455B-7777BD6241D5}"/>
                </a:ext>
              </a:extLst>
            </p:cNvPr>
            <p:cNvSpPr txBox="1"/>
            <p:nvPr/>
          </p:nvSpPr>
          <p:spPr>
            <a:xfrm>
              <a:off x="6289649" y="2024310"/>
              <a:ext cx="156669" cy="7648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3B335358-C5A5-5C49-B391-1674CD2E0FFA}"/>
              </a:ext>
            </a:extLst>
          </p:cNvPr>
          <p:cNvSpPr txBox="1"/>
          <p:nvPr/>
        </p:nvSpPr>
        <p:spPr>
          <a:xfrm>
            <a:off x="1486231" y="3083143"/>
            <a:ext cx="4867892" cy="6412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sz="2800" b="1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Исходные данные:</a:t>
            </a:r>
            <a:endParaRPr lang="ru-RU" sz="28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244 126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событий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  <a:endParaRPr lang="ru-RU" sz="2800" kern="100" dirty="0">
              <a:effectLst/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7 551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уникальный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пользовател</a:t>
            </a: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ь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  <a:endParaRPr lang="ru-RU" sz="2800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период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: 25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июля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— 7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августа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2019;</a:t>
            </a:r>
            <a:endParaRPr lang="ru-RU" sz="2800" kern="100" dirty="0">
              <a:effectLst/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3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экспериментальные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группы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endParaRPr lang="ru-RU" sz="2800" kern="100" dirty="0">
              <a:effectLst/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1" indent="-457200"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246 —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контроль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247 —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контроль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800" dirty="0"/>
              <a:t>248 — </a:t>
            </a:r>
            <a:r>
              <a:rPr lang="en-US" sz="2800" dirty="0" err="1"/>
              <a:t>экспериментальная</a:t>
            </a:r>
            <a:r>
              <a:rPr lang="en-US" sz="2800" dirty="0"/>
              <a:t> </a:t>
            </a:r>
            <a:r>
              <a:rPr lang="en-US" sz="2800" dirty="0" err="1"/>
              <a:t>группа</a:t>
            </a:r>
            <a:r>
              <a:rPr lang="ru-RU" sz="2800" dirty="0"/>
              <a:t>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DFF63C9-DB35-590A-3BEB-6A8FDBF8881A}"/>
              </a:ext>
            </a:extLst>
          </p:cNvPr>
          <p:cNvSpPr txBox="1"/>
          <p:nvPr/>
        </p:nvSpPr>
        <p:spPr>
          <a:xfrm>
            <a:off x="7058024" y="3083143"/>
            <a:ext cx="4761213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800" b="1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Подготовка</a:t>
            </a:r>
            <a:r>
              <a:rPr lang="en-US" sz="2800" b="1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b="1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данных</a:t>
            </a:r>
            <a:r>
              <a:rPr lang="ru-RU" sz="2800" b="1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ru-RU" sz="28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проверены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пропуски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  <a:endParaRPr lang="ru-RU" sz="2800" kern="100" dirty="0">
              <a:effectLst/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удалены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413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полных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дубликатов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  <a:endParaRPr lang="ru-RU" sz="2800" kern="100" dirty="0">
              <a:effectLst/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исключены данные до 1 августа из-за значительно меньшего объёма событий.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1A0DE00-D856-B468-F630-1AFD7B25D83B}"/>
              </a:ext>
            </a:extLst>
          </p:cNvPr>
          <p:cNvSpPr txBox="1"/>
          <p:nvPr/>
        </p:nvSpPr>
        <p:spPr>
          <a:xfrm>
            <a:off x="12725400" y="3083143"/>
            <a:ext cx="4782295" cy="5550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800" b="1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Итоговый</a:t>
            </a:r>
            <a:r>
              <a:rPr lang="en-US" sz="2800" b="1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b="1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датасет</a:t>
            </a:r>
            <a:r>
              <a:rPr lang="ru-RU" sz="2800" b="1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ru-RU" sz="2800" b="1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1–7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августа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2019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года</a:t>
            </a:r>
            <a:endParaRPr lang="ru-RU" sz="2800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240 887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событий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  <a:endParaRPr lang="ru-RU" sz="2800" kern="100" dirty="0">
              <a:effectLst/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7 534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уникальных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пользователя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  <a:endParaRPr lang="ru-RU" sz="2800" kern="100" dirty="0">
              <a:effectLst/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группы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распределены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примерно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kern="100" dirty="0" err="1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поровну</a:t>
            </a: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, пересечений не выявлено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endParaRPr lang="ru-RU" sz="2800" kern="100" dirty="0">
              <a:effectLst/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1" indent="-457200"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246 </a:t>
            </a:r>
            <a:r>
              <a:rPr lang="en-US" sz="28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—</a:t>
            </a: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32,97% </a:t>
            </a:r>
            <a:endParaRPr lang="ru-RU" sz="2800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1" indent="-457200"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247 </a:t>
            </a:r>
            <a:r>
              <a:rPr lang="en-US" sz="28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— 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33,36% </a:t>
            </a:r>
            <a:endParaRPr lang="ru-RU" sz="2800" kern="1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1" indent="-457200"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248 </a:t>
            </a:r>
            <a:r>
              <a:rPr lang="en-US" sz="28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— </a:t>
            </a:r>
            <a:r>
              <a:rPr lang="en-US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33,67%.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C1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866900"/>
            <a:ext cx="18288000" cy="6823818"/>
            <a:chOff x="0" y="0"/>
            <a:chExt cx="3202213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02213" cy="2167467"/>
            </a:xfrm>
            <a:custGeom>
              <a:avLst/>
              <a:gdLst/>
              <a:ahLst/>
              <a:cxnLst/>
              <a:rect l="l" t="t" r="r" b="b"/>
              <a:pathLst>
                <a:path w="3202213" h="2167467">
                  <a:moveTo>
                    <a:pt x="0" y="0"/>
                  </a:moveTo>
                  <a:lnTo>
                    <a:pt x="3202213" y="0"/>
                  </a:lnTo>
                  <a:lnTo>
                    <a:pt x="3202213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7FA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202213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09650" y="1409700"/>
            <a:ext cx="4465701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09650" y="342900"/>
            <a:ext cx="11791950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ru-RU" sz="6000" b="1" dirty="0">
                <a:solidFill>
                  <a:srgbClr val="F7FA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Анализ полноты данных</a:t>
            </a:r>
            <a:endParaRPr lang="en-US" sz="6000" b="1" dirty="0">
              <a:solidFill>
                <a:srgbClr val="F7FAF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4A4E9F-C2BB-CF42-C55B-B76A4BA577AE}"/>
              </a:ext>
            </a:extLst>
          </p:cNvPr>
          <p:cNvSpPr txBox="1"/>
          <p:nvPr/>
        </p:nvSpPr>
        <p:spPr>
          <a:xfrm>
            <a:off x="304800" y="6797897"/>
            <a:ext cx="9372600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Данные до 1 августа 2019 года исключены из-за низкой полноты. Для основного анализа использован период 1-7 августа 2019 года.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ru-RU" sz="2800" kern="1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ECCBCB-9E20-1AE2-725E-F90F69A26961}"/>
              </a:ext>
            </a:extLst>
          </p:cNvPr>
          <p:cNvSpPr txBox="1"/>
          <p:nvPr/>
        </p:nvSpPr>
        <p:spPr>
          <a:xfrm>
            <a:off x="9505950" y="6650501"/>
            <a:ext cx="82677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800" dirty="0"/>
              <a:t>2 </a:t>
            </a:r>
            <a:r>
              <a:rPr lang="en-US" sz="2800" dirty="0" err="1"/>
              <a:t>августа</a:t>
            </a:r>
            <a:r>
              <a:rPr lang="en-US" sz="2800" dirty="0"/>
              <a:t> в </a:t>
            </a:r>
            <a:r>
              <a:rPr lang="en-US" sz="2800" dirty="0" err="1"/>
              <a:t>группе</a:t>
            </a:r>
            <a:r>
              <a:rPr lang="en-US" sz="2800" dirty="0"/>
              <a:t> 248 </a:t>
            </a:r>
            <a:r>
              <a:rPr lang="en-US" sz="2800" dirty="0" err="1"/>
              <a:t>наблюдается</a:t>
            </a:r>
            <a:r>
              <a:rPr lang="en-US" sz="2800" dirty="0"/>
              <a:t> </a:t>
            </a:r>
            <a:r>
              <a:rPr lang="en-US" sz="2800" dirty="0" err="1"/>
              <a:t>всплеск</a:t>
            </a:r>
            <a:r>
              <a:rPr lang="en-US" sz="2800" dirty="0"/>
              <a:t> </a:t>
            </a:r>
            <a:r>
              <a:rPr lang="en-US" sz="2800" dirty="0" err="1"/>
              <a:t>событий</a:t>
            </a:r>
            <a:r>
              <a:rPr lang="en-US" sz="2800" dirty="0"/>
              <a:t> Cart и Payment </a:t>
            </a:r>
            <a:r>
              <a:rPr lang="en-US" sz="2800" dirty="0" err="1"/>
              <a:t>при</a:t>
            </a:r>
            <a:r>
              <a:rPr lang="en-US" sz="2800" dirty="0"/>
              <a:t> </a:t>
            </a:r>
            <a:r>
              <a:rPr lang="en-US" sz="2800" dirty="0" err="1"/>
              <a:t>отсутствии</a:t>
            </a:r>
            <a:r>
              <a:rPr lang="en-US" sz="2800" dirty="0"/>
              <a:t> </a:t>
            </a:r>
            <a:r>
              <a:rPr lang="en-US" sz="2800" dirty="0" err="1"/>
              <a:t>сопоставимого</a:t>
            </a:r>
            <a:r>
              <a:rPr lang="en-US" sz="2800" dirty="0"/>
              <a:t> </a:t>
            </a:r>
            <a:r>
              <a:rPr lang="en-US" sz="2800" dirty="0" err="1"/>
              <a:t>роста</a:t>
            </a:r>
            <a:r>
              <a:rPr lang="en-US" sz="2800" dirty="0"/>
              <a:t> </a:t>
            </a:r>
            <a:r>
              <a:rPr lang="en-US" sz="2800" dirty="0" err="1"/>
              <a:t>числа</a:t>
            </a:r>
            <a:r>
              <a:rPr lang="en-US" sz="2800" dirty="0"/>
              <a:t> </a:t>
            </a:r>
            <a:r>
              <a:rPr lang="en-US" sz="2800" dirty="0" err="1"/>
              <a:t>уникальных</a:t>
            </a:r>
            <a:r>
              <a:rPr lang="en-US" sz="2800" dirty="0"/>
              <a:t> </a:t>
            </a:r>
            <a:r>
              <a:rPr lang="en-US" sz="2800" dirty="0" err="1"/>
              <a:t>пользователей</a:t>
            </a:r>
            <a:r>
              <a:rPr lang="en-US" sz="2800" dirty="0"/>
              <a:t>.</a:t>
            </a:r>
            <a:endParaRPr lang="ru-RU" sz="2800" kern="100" dirty="0">
              <a:effectLst/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2A5B7621-57F6-09A7-67F4-7DD6AEE28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811" y="1952504"/>
            <a:ext cx="8863977" cy="4759789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4C89FCC-0A74-905A-A317-25A223C31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952504"/>
            <a:ext cx="8705849" cy="47360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99823B-73BC-BB6F-A30D-B51EFA901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5" y="800100"/>
            <a:ext cx="18226415" cy="7239000"/>
          </a:xfrm>
          <a:prstGeom prst="rect">
            <a:avLst/>
          </a:prstGeom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F7D702FC-F4FD-28E8-8588-2116B6859F2F}"/>
              </a:ext>
            </a:extLst>
          </p:cNvPr>
          <p:cNvSpPr txBox="1"/>
          <p:nvPr/>
        </p:nvSpPr>
        <p:spPr>
          <a:xfrm>
            <a:off x="609600" y="252371"/>
            <a:ext cx="6934200" cy="8661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ru-RU" sz="6000" b="1" dirty="0">
                <a:solidFill>
                  <a:srgbClr val="007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Дашборд</a:t>
            </a:r>
            <a:endParaRPr lang="en-US" sz="6000" b="1" dirty="0">
              <a:solidFill>
                <a:srgbClr val="007033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07B682-4FE0-C927-68DF-2CB8CCBBBF16}"/>
              </a:ext>
            </a:extLst>
          </p:cNvPr>
          <p:cNvSpPr txBox="1"/>
          <p:nvPr/>
        </p:nvSpPr>
        <p:spPr>
          <a:xfrm>
            <a:off x="152400" y="9773969"/>
            <a:ext cx="1767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https://public.tableau.com/views/_17888191271750/sheet4?:language=en-US&amp;:sid=&amp;:redirect=auth&amp;:display_count=n&amp;:origin=viz_share_link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F0AAA-60C1-C035-EAE7-B1212D560686}"/>
              </a:ext>
            </a:extLst>
          </p:cNvPr>
          <p:cNvSpPr txBox="1"/>
          <p:nvPr/>
        </p:nvSpPr>
        <p:spPr>
          <a:xfrm>
            <a:off x="152400" y="7931170"/>
            <a:ext cx="178308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 err="1"/>
              <a:t>Событие</a:t>
            </a:r>
            <a:r>
              <a:rPr lang="en-US" sz="2000" i="1" dirty="0"/>
              <a:t> Tutorial </a:t>
            </a:r>
            <a:r>
              <a:rPr lang="en-US" sz="2000" i="1" dirty="0" err="1"/>
              <a:t>исключено</a:t>
            </a:r>
            <a:r>
              <a:rPr lang="en-US" sz="2000" i="1" dirty="0"/>
              <a:t> </a:t>
            </a:r>
            <a:r>
              <a:rPr lang="en-US" sz="2000" i="1" dirty="0" err="1"/>
              <a:t>как</a:t>
            </a:r>
            <a:r>
              <a:rPr lang="en-US" sz="2000" i="1" dirty="0"/>
              <a:t> </a:t>
            </a:r>
            <a:r>
              <a:rPr lang="en-US" sz="2000" i="1" dirty="0" err="1"/>
              <a:t>необязательный</a:t>
            </a:r>
            <a:r>
              <a:rPr lang="en-US" sz="2000" i="1" dirty="0"/>
              <a:t> </a:t>
            </a:r>
            <a:r>
              <a:rPr lang="en-US" sz="2000" i="1" dirty="0" err="1"/>
              <a:t>этап</a:t>
            </a:r>
            <a:r>
              <a:rPr lang="en-US" sz="2000" i="1" dirty="0"/>
              <a:t> </a:t>
            </a:r>
            <a:r>
              <a:rPr lang="en-US" sz="2000" i="1" dirty="0" err="1"/>
              <a:t>воронки</a:t>
            </a:r>
            <a:r>
              <a:rPr lang="ru-RU" sz="2000" i="1" dirty="0"/>
              <a:t>. </a:t>
            </a:r>
          </a:p>
          <a:p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47% уникальных пользователей совершили успешную оплату;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Наибольшая</a:t>
            </a:r>
            <a:r>
              <a:rPr lang="en-US" sz="2400" dirty="0"/>
              <a:t> </a:t>
            </a:r>
            <a:r>
              <a:rPr lang="en-US" sz="2400" dirty="0" err="1"/>
              <a:t>потеря</a:t>
            </a:r>
            <a:r>
              <a:rPr lang="en-US" sz="2400" dirty="0"/>
              <a:t> </a:t>
            </a:r>
            <a:r>
              <a:rPr lang="en-US" sz="2400" dirty="0" err="1"/>
              <a:t>пользователей</a:t>
            </a:r>
            <a:r>
              <a:rPr lang="en-US" sz="2400" dirty="0"/>
              <a:t> </a:t>
            </a:r>
            <a:r>
              <a:rPr lang="en-US" sz="2400" dirty="0" err="1"/>
              <a:t>происходит</a:t>
            </a:r>
            <a:r>
              <a:rPr lang="en-US" sz="2400" dirty="0"/>
              <a:t> </a:t>
            </a:r>
            <a:r>
              <a:rPr lang="en-US" sz="2400" dirty="0" err="1"/>
              <a:t>между</a:t>
            </a:r>
            <a:r>
              <a:rPr lang="en-US" sz="2400" dirty="0"/>
              <a:t> </a:t>
            </a:r>
            <a:r>
              <a:rPr lang="en-US" sz="2400" dirty="0" err="1"/>
              <a:t>главным</a:t>
            </a:r>
            <a:r>
              <a:rPr lang="en-US" sz="2400" dirty="0"/>
              <a:t> </a:t>
            </a:r>
            <a:r>
              <a:rPr lang="en-US" sz="2400" dirty="0" err="1"/>
              <a:t>экраном</a:t>
            </a:r>
            <a:r>
              <a:rPr lang="en-US" sz="2400" dirty="0"/>
              <a:t> и </a:t>
            </a:r>
            <a:r>
              <a:rPr lang="en-US" sz="2400" dirty="0" err="1"/>
              <a:t>каталогом</a:t>
            </a:r>
            <a:r>
              <a:rPr lang="en-US" sz="2400" dirty="0"/>
              <a:t>: </a:t>
            </a:r>
            <a:r>
              <a:rPr lang="en-US" sz="2400" dirty="0" err="1"/>
              <a:t>до</a:t>
            </a:r>
            <a:r>
              <a:rPr lang="en-US" sz="2400" dirty="0"/>
              <a:t> </a:t>
            </a:r>
            <a:r>
              <a:rPr lang="en-US" sz="2400" dirty="0" err="1"/>
              <a:t>каталога</a:t>
            </a:r>
            <a:r>
              <a:rPr lang="en-US" sz="2400" dirty="0"/>
              <a:t> </a:t>
            </a:r>
            <a:r>
              <a:rPr lang="en-US" sz="2400" dirty="0" err="1"/>
              <a:t>не</a:t>
            </a:r>
            <a:r>
              <a:rPr lang="en-US" sz="2400" dirty="0"/>
              <a:t> </a:t>
            </a:r>
            <a:r>
              <a:rPr lang="en-US" sz="2400" dirty="0" err="1"/>
              <a:t>доходят</a:t>
            </a:r>
            <a:r>
              <a:rPr lang="en-US" sz="2400" dirty="0"/>
              <a:t> </a:t>
            </a:r>
            <a:r>
              <a:rPr lang="en-US" sz="2400" dirty="0" err="1"/>
              <a:t>около</a:t>
            </a:r>
            <a:r>
              <a:rPr lang="en-US" sz="2400" dirty="0"/>
              <a:t> 38% </a:t>
            </a:r>
            <a:r>
              <a:rPr lang="en-US" sz="2400" dirty="0" err="1"/>
              <a:t>пользователей</a:t>
            </a:r>
            <a:r>
              <a:rPr lang="en-US" sz="2400" dirty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56567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C1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74258" y="884039"/>
            <a:ext cx="12313742" cy="8374261"/>
            <a:chOff x="0" y="-38100"/>
            <a:chExt cx="3243125" cy="22055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43125" cy="2167467"/>
            </a:xfrm>
            <a:custGeom>
              <a:avLst/>
              <a:gdLst/>
              <a:ahLst/>
              <a:cxnLst/>
              <a:rect l="l" t="t" r="r" b="b"/>
              <a:pathLst>
                <a:path w="3243125" h="2167467">
                  <a:moveTo>
                    <a:pt x="0" y="0"/>
                  </a:moveTo>
                  <a:lnTo>
                    <a:pt x="3243125" y="0"/>
                  </a:lnTo>
                  <a:lnTo>
                    <a:pt x="324312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7FAF8"/>
            </a:solidFill>
          </p:spPr>
          <p:txBody>
            <a:bodyPr/>
            <a:lstStyle/>
            <a:p>
              <a:r>
                <a:rPr lang="ru-RU" dirty="0"/>
                <a:t>    </a:t>
              </a:r>
              <a:endParaRPr lang="en-US" dirty="0"/>
            </a:p>
            <a:p>
              <a:r>
                <a:rPr lang="en-US" dirty="0"/>
                <a:t>	</a:t>
              </a:r>
              <a:r>
                <a:rPr lang="ru-RU" dirty="0"/>
                <a:t> </a:t>
              </a:r>
              <a:r>
                <a:rPr lang="en-US" sz="2400" b="1" dirty="0" err="1"/>
                <a:t>Метод</a:t>
              </a:r>
              <a:r>
                <a:rPr lang="en-US" sz="2400" b="1" dirty="0"/>
                <a:t>: z-</a:t>
              </a:r>
              <a:r>
                <a:rPr lang="en-US" sz="2400" b="1" dirty="0" err="1"/>
                <a:t>тест</a:t>
              </a:r>
              <a:r>
                <a:rPr lang="en-US" sz="2400" b="1" dirty="0"/>
                <a:t> </a:t>
              </a:r>
              <a:r>
                <a:rPr lang="en-US" sz="2400" b="1" dirty="0" err="1"/>
                <a:t>для</a:t>
              </a:r>
              <a:r>
                <a:rPr lang="en-US" sz="2400" b="1" dirty="0"/>
                <a:t> </a:t>
              </a:r>
              <a:r>
                <a:rPr lang="en-US" sz="2400" b="1" dirty="0" err="1"/>
                <a:t>сравнения</a:t>
              </a:r>
              <a:r>
                <a:rPr lang="en-US" sz="2400" b="1" dirty="0"/>
                <a:t> </a:t>
              </a:r>
              <a:r>
                <a:rPr lang="en-US" sz="2400" b="1" dirty="0" err="1"/>
                <a:t>долей</a:t>
              </a:r>
              <a:r>
                <a:rPr lang="en-US" sz="2400" b="1" dirty="0"/>
                <a:t>, </a:t>
              </a:r>
              <a:r>
                <a:rPr lang="en-US" sz="2400" b="1" dirty="0" err="1"/>
                <a:t>уровень</a:t>
              </a:r>
              <a:r>
                <a:rPr lang="en-US" sz="2400" b="1" dirty="0"/>
                <a:t> </a:t>
              </a:r>
              <a:r>
                <a:rPr lang="en-US" sz="2400" b="1" dirty="0" err="1"/>
                <a:t>значимости</a:t>
              </a:r>
              <a:r>
                <a:rPr lang="en-US" sz="2400" b="1" dirty="0"/>
                <a:t> alpha = 0,05.</a:t>
              </a:r>
              <a:endParaRPr lang="en-US" b="1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243125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685800" y="3245602"/>
            <a:ext cx="4808601" cy="69098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685800" y="1181100"/>
            <a:ext cx="5128104" cy="171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000" b="1" dirty="0">
                <a:solidFill>
                  <a:srgbClr val="F7FA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A/A/B –</a:t>
            </a:r>
            <a:r>
              <a:rPr lang="ru-RU" sz="6000" b="1" dirty="0">
                <a:solidFill>
                  <a:srgbClr val="F7FA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тест. Результаты </a:t>
            </a:r>
            <a:endParaRPr lang="en-US" sz="6000" b="1" dirty="0">
              <a:solidFill>
                <a:srgbClr val="F7FAF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0" name="Freeform 30">
            <a:extLst>
              <a:ext uri="{FF2B5EF4-FFF2-40B4-BE49-F238E27FC236}">
                <a16:creationId xmlns:a16="http://schemas.microsoft.com/office/drawing/2014/main" id="{E4F931F9-A391-C388-740D-6B4FC00DCBAD}"/>
              </a:ext>
            </a:extLst>
          </p:cNvPr>
          <p:cNvSpPr/>
          <p:nvPr/>
        </p:nvSpPr>
        <p:spPr>
          <a:xfrm>
            <a:off x="1299536" y="6015066"/>
            <a:ext cx="2615907" cy="2858915"/>
          </a:xfrm>
          <a:custGeom>
            <a:avLst/>
            <a:gdLst/>
            <a:ahLst/>
            <a:cxnLst/>
            <a:rect l="l" t="t" r="r" b="b"/>
            <a:pathLst>
              <a:path w="2615907" h="2858915">
                <a:moveTo>
                  <a:pt x="0" y="0"/>
                </a:moveTo>
                <a:lnTo>
                  <a:pt x="2615906" y="0"/>
                </a:lnTo>
                <a:lnTo>
                  <a:pt x="2615906" y="2858915"/>
                </a:lnTo>
                <a:lnTo>
                  <a:pt x="0" y="28589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1" name="Таблица 20">
            <a:extLst>
              <a:ext uri="{FF2B5EF4-FFF2-40B4-BE49-F238E27FC236}">
                <a16:creationId xmlns:a16="http://schemas.microsoft.com/office/drawing/2014/main" id="{11EB993D-BE8C-FA38-C814-1D1E1E2EB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759080"/>
              </p:ext>
            </p:extLst>
          </p:nvPr>
        </p:nvGraphicFramePr>
        <p:xfrm>
          <a:off x="6293761" y="1725225"/>
          <a:ext cx="11277600" cy="29533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46078">
                  <a:extLst>
                    <a:ext uri="{9D8B030D-6E8A-4147-A177-3AD203B41FA5}">
                      <a16:colId xmlns:a16="http://schemas.microsoft.com/office/drawing/2014/main" val="4112119268"/>
                    </a:ext>
                  </a:extLst>
                </a:gridCol>
                <a:gridCol w="6631522">
                  <a:extLst>
                    <a:ext uri="{9D8B030D-6E8A-4147-A177-3AD203B41FA5}">
                      <a16:colId xmlns:a16="http://schemas.microsoft.com/office/drawing/2014/main" val="3083254366"/>
                    </a:ext>
                  </a:extLst>
                </a:gridCol>
              </a:tblGrid>
              <a:tr h="916553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Группы </a:t>
                      </a:r>
                      <a:endParaRPr lang="en-US" sz="2400" b="1" dirty="0"/>
                    </a:p>
                  </a:txBody>
                  <a:tcPr anchor="ctr">
                    <a:solidFill>
                      <a:srgbClr val="CFE9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Значимы ли различия по этапам воронки  </a:t>
                      </a:r>
                      <a:endParaRPr lang="en-US" sz="2400" b="1" dirty="0"/>
                    </a:p>
                  </a:txBody>
                  <a:tcPr anchor="ctr">
                    <a:solidFill>
                      <a:srgbClr val="CFE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606879"/>
                  </a:ext>
                </a:extLst>
              </a:tr>
              <a:tr h="50919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246 </a:t>
                      </a:r>
                      <a:r>
                        <a:rPr lang="en-US" sz="2400" dirty="0"/>
                        <a:t>vs </a:t>
                      </a:r>
                      <a:r>
                        <a:rPr lang="ru-RU" sz="2400" dirty="0"/>
                        <a:t>247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Статистически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значимых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различий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не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выявлено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99738"/>
                  </a:ext>
                </a:extLst>
              </a:tr>
              <a:tr h="50919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246 </a:t>
                      </a:r>
                      <a:r>
                        <a:rPr lang="en-US" sz="2400" dirty="0"/>
                        <a:t>vs </a:t>
                      </a:r>
                      <a:r>
                        <a:rPr lang="ru-RU" sz="2400" dirty="0"/>
                        <a:t>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Статистически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значимых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различий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не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выявлено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092149"/>
                  </a:ext>
                </a:extLst>
              </a:tr>
              <a:tr h="50919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247 </a:t>
                      </a:r>
                      <a:r>
                        <a:rPr lang="en-US" sz="2400" dirty="0"/>
                        <a:t>vs </a:t>
                      </a:r>
                      <a:r>
                        <a:rPr lang="ru-RU" sz="2400" dirty="0"/>
                        <a:t>248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Статистически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значимых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различий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не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выявлено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463312"/>
                  </a:ext>
                </a:extLst>
              </a:tr>
              <a:tr h="50919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246+247 </a:t>
                      </a:r>
                      <a:r>
                        <a:rPr lang="en-US" sz="2400" dirty="0"/>
                        <a:t>vs 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Статистически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значимых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различий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не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выявлено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1551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022DFFA-FD44-A686-A4CC-CC96A1BA9451}"/>
              </a:ext>
            </a:extLst>
          </p:cNvPr>
          <p:cNvSpPr txBox="1"/>
          <p:nvPr/>
        </p:nvSpPr>
        <p:spPr>
          <a:xfrm>
            <a:off x="6324600" y="4678562"/>
            <a:ext cx="119634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i="1" dirty="0" err="1"/>
              <a:t>Все</a:t>
            </a:r>
            <a:r>
              <a:rPr lang="en-US" sz="2000" i="1" dirty="0"/>
              <a:t> </a:t>
            </a:r>
            <a:r>
              <a:rPr lang="en-US" sz="2000" i="1" dirty="0" err="1"/>
              <a:t>полученные</a:t>
            </a:r>
            <a:r>
              <a:rPr lang="en-US" sz="2000" i="1" dirty="0"/>
              <a:t> </a:t>
            </a:r>
            <a:r>
              <a:rPr lang="en-US" sz="2000" i="1" dirty="0" err="1"/>
              <a:t>значения</a:t>
            </a:r>
            <a:r>
              <a:rPr lang="en-US" sz="2000" i="1" dirty="0"/>
              <a:t> p-value &gt; </a:t>
            </a:r>
            <a:r>
              <a:rPr lang="en-US" sz="2000" i="1"/>
              <a:t>0,05.</a:t>
            </a:r>
          </a:p>
          <a:p>
            <a:pPr>
              <a:buNone/>
            </a:pPr>
            <a:endParaRPr lang="ru-RU" sz="2000" i="1" dirty="0"/>
          </a:p>
          <a:p>
            <a:pPr>
              <a:buNone/>
            </a:pPr>
            <a:r>
              <a:rPr lang="ru-RU" sz="2400" dirty="0"/>
              <a:t>Статистически значимых различий между  контрольными группами (246 </a:t>
            </a:r>
            <a:r>
              <a:rPr lang="en-US" sz="2400" dirty="0"/>
              <a:t>vs </a:t>
            </a:r>
            <a:r>
              <a:rPr lang="ru-RU" sz="2400" dirty="0"/>
              <a:t>247) нет. Разбиение пользователей на контрольные группы можно считать корректным и использовать для сравнения с экспериментальной группой.</a:t>
            </a:r>
          </a:p>
          <a:p>
            <a:pPr>
              <a:buNone/>
            </a:pPr>
            <a:endParaRPr lang="ru-RU" sz="2400" dirty="0"/>
          </a:p>
          <a:p>
            <a:pPr>
              <a:buNone/>
            </a:pPr>
            <a:r>
              <a:rPr lang="ru-RU" sz="2400" dirty="0"/>
              <a:t>При сравнении экспериментальной группы 248 с контрольной группой 246, контрольной группой 247, а также с объединённой контрольной группой статистически значимых различий в долях пользователей на этапах воронки не выявлено. Следовательно, нет статистических оснований считать, что изменение шрифта повлияло на поведение пользователей или конверсию в успешную оплату.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C1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07726" y="1028700"/>
            <a:ext cx="10880274" cy="8229600"/>
            <a:chOff x="0" y="0"/>
            <a:chExt cx="2865587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5587" cy="2167467"/>
            </a:xfrm>
            <a:custGeom>
              <a:avLst/>
              <a:gdLst/>
              <a:ahLst/>
              <a:cxnLst/>
              <a:rect l="l" t="t" r="r" b="b"/>
              <a:pathLst>
                <a:path w="2865587" h="2167467">
                  <a:moveTo>
                    <a:pt x="0" y="0"/>
                  </a:moveTo>
                  <a:lnTo>
                    <a:pt x="2865587" y="0"/>
                  </a:lnTo>
                  <a:lnTo>
                    <a:pt x="2865587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7FA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6558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838200" y="3197977"/>
            <a:ext cx="6135139" cy="47625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028700" y="5095875"/>
            <a:ext cx="3127248" cy="4114800"/>
          </a:xfrm>
          <a:custGeom>
            <a:avLst/>
            <a:gdLst/>
            <a:ahLst/>
            <a:cxnLst/>
            <a:rect l="l" t="t" r="r" b="b"/>
            <a:pathLst>
              <a:path w="3127248" h="4114800">
                <a:moveTo>
                  <a:pt x="0" y="0"/>
                </a:moveTo>
                <a:lnTo>
                  <a:pt x="3127248" y="0"/>
                </a:lnTo>
                <a:lnTo>
                  <a:pt x="31272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85800" y="1181100"/>
            <a:ext cx="6359991" cy="171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ru-RU" sz="6000" b="1" dirty="0">
                <a:solidFill>
                  <a:srgbClr val="F7FA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Выводы и рекомендации</a:t>
            </a:r>
            <a:endParaRPr lang="en-US" sz="6000" b="1" dirty="0">
              <a:solidFill>
                <a:srgbClr val="F7FAF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7267477" y="1028700"/>
            <a:ext cx="11020523" cy="8229600"/>
            <a:chOff x="0" y="0"/>
            <a:chExt cx="2902524" cy="21674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02524" cy="2167467"/>
            </a:xfrm>
            <a:custGeom>
              <a:avLst/>
              <a:gdLst/>
              <a:ahLst/>
              <a:cxnLst/>
              <a:rect l="l" t="t" r="r" b="b"/>
              <a:pathLst>
                <a:path w="2902524" h="2167467">
                  <a:moveTo>
                    <a:pt x="0" y="0"/>
                  </a:moveTo>
                  <a:lnTo>
                    <a:pt x="2902524" y="0"/>
                  </a:lnTo>
                  <a:lnTo>
                    <a:pt x="290252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7FAF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902524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8FC5974C-0355-E899-6D10-BADF424CEE85}"/>
              </a:ext>
            </a:extLst>
          </p:cNvPr>
          <p:cNvGrpSpPr/>
          <p:nvPr/>
        </p:nvGrpSpPr>
        <p:grpSpPr>
          <a:xfrm>
            <a:off x="7675552" y="1342961"/>
            <a:ext cx="10231447" cy="2233924"/>
            <a:chOff x="7675552" y="1342962"/>
            <a:chExt cx="10231447" cy="1518778"/>
          </a:xfrm>
        </p:grpSpPr>
        <p:grpSp>
          <p:nvGrpSpPr>
            <p:cNvPr id="11" name="Group 11"/>
            <p:cNvGrpSpPr/>
            <p:nvPr/>
          </p:nvGrpSpPr>
          <p:grpSpPr>
            <a:xfrm>
              <a:off x="7675552" y="1342962"/>
              <a:ext cx="10231447" cy="1518778"/>
              <a:chOff x="0" y="0"/>
              <a:chExt cx="2505231" cy="40000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505231" cy="400007"/>
              </a:xfrm>
              <a:custGeom>
                <a:avLst/>
                <a:gdLst/>
                <a:ahLst/>
                <a:cxnLst/>
                <a:rect l="l" t="t" r="r" b="b"/>
                <a:pathLst>
                  <a:path w="2505231" h="400007">
                    <a:moveTo>
                      <a:pt x="0" y="0"/>
                    </a:moveTo>
                    <a:lnTo>
                      <a:pt x="2505231" y="0"/>
                    </a:lnTo>
                    <a:lnTo>
                      <a:pt x="2505231" y="400007"/>
                    </a:lnTo>
                    <a:lnTo>
                      <a:pt x="0" y="400007"/>
                    </a:lnTo>
                    <a:close/>
                  </a:path>
                </a:pathLst>
              </a:custGeom>
              <a:solidFill>
                <a:srgbClr val="E9F5E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2505231" cy="4381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7782654" y="1342962"/>
              <a:ext cx="124345" cy="1518778"/>
              <a:chOff x="0" y="0"/>
              <a:chExt cx="32749" cy="40000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2749" cy="400007"/>
              </a:xfrm>
              <a:custGeom>
                <a:avLst/>
                <a:gdLst/>
                <a:ahLst/>
                <a:cxnLst/>
                <a:rect l="l" t="t" r="r" b="b"/>
                <a:pathLst>
                  <a:path w="32749" h="400007">
                    <a:moveTo>
                      <a:pt x="0" y="0"/>
                    </a:moveTo>
                    <a:lnTo>
                      <a:pt x="32749" y="0"/>
                    </a:lnTo>
                    <a:lnTo>
                      <a:pt x="32749" y="400007"/>
                    </a:lnTo>
                    <a:lnTo>
                      <a:pt x="0" y="400007"/>
                    </a:lnTo>
                    <a:close/>
                  </a:path>
                </a:pathLst>
              </a:custGeom>
              <a:solidFill>
                <a:srgbClr val="51C18A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32749" cy="4381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8047353" y="1395666"/>
            <a:ext cx="3200938" cy="421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ru-RU" sz="2499" b="1" dirty="0">
                <a:solidFill>
                  <a:srgbClr val="53C28B"/>
                </a:solidFill>
                <a:ea typeface="Inter Bold"/>
                <a:cs typeface="Inter Bold"/>
                <a:sym typeface="Inter Bold"/>
              </a:rPr>
              <a:t>Изменение шрифта </a:t>
            </a:r>
            <a:endParaRPr lang="en-US" sz="2499" b="1" dirty="0">
              <a:solidFill>
                <a:srgbClr val="53C28B"/>
              </a:solidFill>
              <a:ea typeface="Inter Bold"/>
              <a:cs typeface="Inter Bold"/>
              <a:sym typeface="Inter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028303" y="1816872"/>
            <a:ext cx="9754350" cy="1952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000" dirty="0"/>
              <a:t>Если изменение шрифта необходимо по причинам дизайна, читаемости или визуального стиля, результаты эксперимента не показывают статистически значимого ухудшения конверсии.</a:t>
            </a:r>
            <a:endParaRPr lang="en-US" sz="2000" dirty="0"/>
          </a:p>
          <a:p>
            <a:r>
              <a:rPr lang="ru-RU" sz="2000" dirty="0"/>
              <a:t>При этом данных недостаточно, чтобы утверждать, что новый шрифт улучшает конверсию: статистически значимого роста также не обнаружено.</a:t>
            </a:r>
            <a:endParaRPr lang="en-US" sz="2000" dirty="0"/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0F0E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7B1818EA-581E-52A3-0A0E-DCD2AE78A3E2}"/>
              </a:ext>
            </a:extLst>
          </p:cNvPr>
          <p:cNvGrpSpPr/>
          <p:nvPr/>
        </p:nvGrpSpPr>
        <p:grpSpPr>
          <a:xfrm>
            <a:off x="7683993" y="3953144"/>
            <a:ext cx="10231447" cy="2017761"/>
            <a:chOff x="7675552" y="1342962"/>
            <a:chExt cx="10231447" cy="1518778"/>
          </a:xfrm>
        </p:grpSpPr>
        <p:grpSp>
          <p:nvGrpSpPr>
            <p:cNvPr id="45" name="Group 11">
              <a:extLst>
                <a:ext uri="{FF2B5EF4-FFF2-40B4-BE49-F238E27FC236}">
                  <a16:creationId xmlns:a16="http://schemas.microsoft.com/office/drawing/2014/main" id="{A46CC5CB-ED44-C6D9-67E0-34DA94C7A948}"/>
                </a:ext>
              </a:extLst>
            </p:cNvPr>
            <p:cNvGrpSpPr/>
            <p:nvPr/>
          </p:nvGrpSpPr>
          <p:grpSpPr>
            <a:xfrm>
              <a:off x="7675552" y="1342962"/>
              <a:ext cx="10231447" cy="1518778"/>
              <a:chOff x="0" y="0"/>
              <a:chExt cx="2505231" cy="400007"/>
            </a:xfrm>
          </p:grpSpPr>
          <p:sp>
            <p:nvSpPr>
              <p:cNvPr id="49" name="Freeform 12">
                <a:extLst>
                  <a:ext uri="{FF2B5EF4-FFF2-40B4-BE49-F238E27FC236}">
                    <a16:creationId xmlns:a16="http://schemas.microsoft.com/office/drawing/2014/main" id="{17A8FE4A-06BD-C5D9-8A78-86A5AC4B7152}"/>
                  </a:ext>
                </a:extLst>
              </p:cNvPr>
              <p:cNvSpPr/>
              <p:nvPr/>
            </p:nvSpPr>
            <p:spPr>
              <a:xfrm>
                <a:off x="0" y="0"/>
                <a:ext cx="2505231" cy="400007"/>
              </a:xfrm>
              <a:custGeom>
                <a:avLst/>
                <a:gdLst/>
                <a:ahLst/>
                <a:cxnLst/>
                <a:rect l="l" t="t" r="r" b="b"/>
                <a:pathLst>
                  <a:path w="2505231" h="400007">
                    <a:moveTo>
                      <a:pt x="0" y="0"/>
                    </a:moveTo>
                    <a:lnTo>
                      <a:pt x="2505231" y="0"/>
                    </a:lnTo>
                    <a:lnTo>
                      <a:pt x="2505231" y="400007"/>
                    </a:lnTo>
                    <a:lnTo>
                      <a:pt x="0" y="400007"/>
                    </a:lnTo>
                    <a:close/>
                  </a:path>
                </a:pathLst>
              </a:custGeom>
              <a:solidFill>
                <a:srgbClr val="E9F5EF"/>
              </a:solidFill>
            </p:spPr>
          </p:sp>
          <p:sp>
            <p:nvSpPr>
              <p:cNvPr id="50" name="TextBox 13">
                <a:extLst>
                  <a:ext uri="{FF2B5EF4-FFF2-40B4-BE49-F238E27FC236}">
                    <a16:creationId xmlns:a16="http://schemas.microsoft.com/office/drawing/2014/main" id="{F061DBD2-E74A-ADD5-23A6-96BB167E2E9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505231" cy="4381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6" name="Group 14">
              <a:extLst>
                <a:ext uri="{FF2B5EF4-FFF2-40B4-BE49-F238E27FC236}">
                  <a16:creationId xmlns:a16="http://schemas.microsoft.com/office/drawing/2014/main" id="{70B1E01D-505E-8D82-4479-F69541C797DA}"/>
                </a:ext>
              </a:extLst>
            </p:cNvPr>
            <p:cNvGrpSpPr/>
            <p:nvPr/>
          </p:nvGrpSpPr>
          <p:grpSpPr>
            <a:xfrm>
              <a:off x="17782654" y="1342962"/>
              <a:ext cx="124345" cy="1518778"/>
              <a:chOff x="0" y="0"/>
              <a:chExt cx="32749" cy="400007"/>
            </a:xfrm>
          </p:grpSpPr>
          <p:sp>
            <p:nvSpPr>
              <p:cNvPr id="47" name="Freeform 15">
                <a:extLst>
                  <a:ext uri="{FF2B5EF4-FFF2-40B4-BE49-F238E27FC236}">
                    <a16:creationId xmlns:a16="http://schemas.microsoft.com/office/drawing/2014/main" id="{A92CB70B-7D56-6387-AEB9-98F0469B4A74}"/>
                  </a:ext>
                </a:extLst>
              </p:cNvPr>
              <p:cNvSpPr/>
              <p:nvPr/>
            </p:nvSpPr>
            <p:spPr>
              <a:xfrm>
                <a:off x="0" y="0"/>
                <a:ext cx="32749" cy="400007"/>
              </a:xfrm>
              <a:custGeom>
                <a:avLst/>
                <a:gdLst/>
                <a:ahLst/>
                <a:cxnLst/>
                <a:rect l="l" t="t" r="r" b="b"/>
                <a:pathLst>
                  <a:path w="32749" h="400007">
                    <a:moveTo>
                      <a:pt x="0" y="0"/>
                    </a:moveTo>
                    <a:lnTo>
                      <a:pt x="32749" y="0"/>
                    </a:lnTo>
                    <a:lnTo>
                      <a:pt x="32749" y="400007"/>
                    </a:lnTo>
                    <a:lnTo>
                      <a:pt x="0" y="400007"/>
                    </a:lnTo>
                    <a:close/>
                  </a:path>
                </a:pathLst>
              </a:custGeom>
              <a:solidFill>
                <a:srgbClr val="51C18A"/>
              </a:solidFill>
            </p:spPr>
          </p:sp>
          <p:sp>
            <p:nvSpPr>
              <p:cNvPr id="48" name="TextBox 16">
                <a:extLst>
                  <a:ext uri="{FF2B5EF4-FFF2-40B4-BE49-F238E27FC236}">
                    <a16:creationId xmlns:a16="http://schemas.microsoft.com/office/drawing/2014/main" id="{829B62E6-5171-611A-0852-254ECFCCF63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749" cy="4381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4DD093DF-D96A-D8D3-2E19-5AFDE756DE82}"/>
              </a:ext>
            </a:extLst>
          </p:cNvPr>
          <p:cNvGrpSpPr/>
          <p:nvPr/>
        </p:nvGrpSpPr>
        <p:grpSpPr>
          <a:xfrm>
            <a:off x="7693518" y="6295352"/>
            <a:ext cx="10231447" cy="2017761"/>
            <a:chOff x="7675552" y="1342962"/>
            <a:chExt cx="10231447" cy="1518778"/>
          </a:xfrm>
        </p:grpSpPr>
        <p:grpSp>
          <p:nvGrpSpPr>
            <p:cNvPr id="52" name="Group 11">
              <a:extLst>
                <a:ext uri="{FF2B5EF4-FFF2-40B4-BE49-F238E27FC236}">
                  <a16:creationId xmlns:a16="http://schemas.microsoft.com/office/drawing/2014/main" id="{78BA2CC1-4F68-5722-941F-EAED7328F407}"/>
                </a:ext>
              </a:extLst>
            </p:cNvPr>
            <p:cNvGrpSpPr/>
            <p:nvPr/>
          </p:nvGrpSpPr>
          <p:grpSpPr>
            <a:xfrm>
              <a:off x="7675552" y="1342962"/>
              <a:ext cx="10231447" cy="1518778"/>
              <a:chOff x="0" y="0"/>
              <a:chExt cx="2505231" cy="400007"/>
            </a:xfrm>
          </p:grpSpPr>
          <p:sp>
            <p:nvSpPr>
              <p:cNvPr id="56" name="Freeform 12">
                <a:extLst>
                  <a:ext uri="{FF2B5EF4-FFF2-40B4-BE49-F238E27FC236}">
                    <a16:creationId xmlns:a16="http://schemas.microsoft.com/office/drawing/2014/main" id="{5AFFEEF3-D078-3801-A1AE-55099BAE1C21}"/>
                  </a:ext>
                </a:extLst>
              </p:cNvPr>
              <p:cNvSpPr/>
              <p:nvPr/>
            </p:nvSpPr>
            <p:spPr>
              <a:xfrm>
                <a:off x="0" y="0"/>
                <a:ext cx="2505231" cy="400007"/>
              </a:xfrm>
              <a:custGeom>
                <a:avLst/>
                <a:gdLst/>
                <a:ahLst/>
                <a:cxnLst/>
                <a:rect l="l" t="t" r="r" b="b"/>
                <a:pathLst>
                  <a:path w="2505231" h="400007">
                    <a:moveTo>
                      <a:pt x="0" y="0"/>
                    </a:moveTo>
                    <a:lnTo>
                      <a:pt x="2505231" y="0"/>
                    </a:lnTo>
                    <a:lnTo>
                      <a:pt x="2505231" y="400007"/>
                    </a:lnTo>
                    <a:lnTo>
                      <a:pt x="0" y="400007"/>
                    </a:lnTo>
                    <a:close/>
                  </a:path>
                </a:pathLst>
              </a:custGeom>
              <a:solidFill>
                <a:srgbClr val="E9F5EF"/>
              </a:solidFill>
            </p:spPr>
          </p:sp>
          <p:sp>
            <p:nvSpPr>
              <p:cNvPr id="57" name="TextBox 13">
                <a:extLst>
                  <a:ext uri="{FF2B5EF4-FFF2-40B4-BE49-F238E27FC236}">
                    <a16:creationId xmlns:a16="http://schemas.microsoft.com/office/drawing/2014/main" id="{39C93D66-74DA-7655-712A-08CBF8D977D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505231" cy="4381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A7D50D25-0D7D-E0D0-73A8-5F73022EEB2F}"/>
                </a:ext>
              </a:extLst>
            </p:cNvPr>
            <p:cNvGrpSpPr/>
            <p:nvPr/>
          </p:nvGrpSpPr>
          <p:grpSpPr>
            <a:xfrm>
              <a:off x="17782654" y="1342962"/>
              <a:ext cx="124345" cy="1518778"/>
              <a:chOff x="0" y="0"/>
              <a:chExt cx="32749" cy="400007"/>
            </a:xfrm>
          </p:grpSpPr>
          <p:sp>
            <p:nvSpPr>
              <p:cNvPr id="54" name="Freeform 15">
                <a:extLst>
                  <a:ext uri="{FF2B5EF4-FFF2-40B4-BE49-F238E27FC236}">
                    <a16:creationId xmlns:a16="http://schemas.microsoft.com/office/drawing/2014/main" id="{4AF966EA-0D14-62EC-1297-736AF888559C}"/>
                  </a:ext>
                </a:extLst>
              </p:cNvPr>
              <p:cNvSpPr/>
              <p:nvPr/>
            </p:nvSpPr>
            <p:spPr>
              <a:xfrm>
                <a:off x="0" y="0"/>
                <a:ext cx="32749" cy="400007"/>
              </a:xfrm>
              <a:custGeom>
                <a:avLst/>
                <a:gdLst/>
                <a:ahLst/>
                <a:cxnLst/>
                <a:rect l="l" t="t" r="r" b="b"/>
                <a:pathLst>
                  <a:path w="32749" h="400007">
                    <a:moveTo>
                      <a:pt x="0" y="0"/>
                    </a:moveTo>
                    <a:lnTo>
                      <a:pt x="32749" y="0"/>
                    </a:lnTo>
                    <a:lnTo>
                      <a:pt x="32749" y="400007"/>
                    </a:lnTo>
                    <a:lnTo>
                      <a:pt x="0" y="400007"/>
                    </a:lnTo>
                    <a:close/>
                  </a:path>
                </a:pathLst>
              </a:custGeom>
              <a:solidFill>
                <a:srgbClr val="51C18A"/>
              </a:solidFill>
            </p:spPr>
          </p:sp>
          <p:sp>
            <p:nvSpPr>
              <p:cNvPr id="55" name="TextBox 16">
                <a:extLst>
                  <a:ext uri="{FF2B5EF4-FFF2-40B4-BE49-F238E27FC236}">
                    <a16:creationId xmlns:a16="http://schemas.microsoft.com/office/drawing/2014/main" id="{7C0E04AD-92C6-B2BD-85ED-E25E5CCDF81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749" cy="4381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7D2DCAEF-59CC-B9EF-50F4-46B08BB7F2A9}"/>
              </a:ext>
            </a:extLst>
          </p:cNvPr>
          <p:cNvSpPr txBox="1"/>
          <p:nvPr/>
        </p:nvSpPr>
        <p:spPr>
          <a:xfrm>
            <a:off x="7924237" y="4635668"/>
            <a:ext cx="98578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Это </a:t>
            </a:r>
            <a:r>
              <a:rPr lang="en-US" sz="2000" dirty="0" err="1"/>
              <a:t>самый</a:t>
            </a:r>
            <a:r>
              <a:rPr lang="en-US" sz="2000" dirty="0"/>
              <a:t> </a:t>
            </a:r>
            <a:r>
              <a:rPr lang="en-US" sz="2000" dirty="0" err="1"/>
              <a:t>большой</a:t>
            </a:r>
            <a:r>
              <a:rPr lang="en-US" sz="2000" dirty="0"/>
              <a:t> </a:t>
            </a:r>
            <a:r>
              <a:rPr lang="en-US" sz="2000" dirty="0" err="1"/>
              <a:t>шаг</a:t>
            </a:r>
            <a:r>
              <a:rPr lang="en-US" sz="2000" dirty="0"/>
              <a:t> </a:t>
            </a:r>
            <a:r>
              <a:rPr lang="en-US" sz="2000" dirty="0" err="1"/>
              <a:t>потери</a:t>
            </a:r>
            <a:r>
              <a:rPr lang="en-US" sz="2000" dirty="0"/>
              <a:t> </a:t>
            </a:r>
            <a:r>
              <a:rPr lang="en-US" sz="2000" dirty="0" err="1"/>
              <a:t>пользователей</a:t>
            </a:r>
            <a:r>
              <a:rPr lang="en-US" sz="2000" dirty="0"/>
              <a:t>: 38% </a:t>
            </a:r>
            <a:r>
              <a:rPr lang="en-US" sz="2000" dirty="0" err="1"/>
              <a:t>пользователей</a:t>
            </a:r>
            <a:r>
              <a:rPr lang="en-US" sz="2000" dirty="0"/>
              <a:t> </a:t>
            </a:r>
            <a:r>
              <a:rPr lang="en-US" sz="2000" dirty="0" err="1"/>
              <a:t>не</a:t>
            </a:r>
            <a:r>
              <a:rPr lang="en-US" sz="2000" dirty="0"/>
              <a:t> </a:t>
            </a:r>
            <a:r>
              <a:rPr lang="en-US" sz="2000" dirty="0" err="1"/>
              <a:t>доходят</a:t>
            </a:r>
            <a:r>
              <a:rPr lang="en-US" sz="2000" dirty="0"/>
              <a:t> </a:t>
            </a:r>
            <a:r>
              <a:rPr lang="en-US" sz="2000" dirty="0" err="1"/>
              <a:t>до</a:t>
            </a:r>
            <a:r>
              <a:rPr lang="en-US" sz="2000" dirty="0"/>
              <a:t> </a:t>
            </a:r>
            <a:r>
              <a:rPr lang="en-US" sz="2000" dirty="0" err="1"/>
              <a:t>каталога</a:t>
            </a:r>
            <a:r>
              <a:rPr lang="en-US" sz="2000" dirty="0"/>
              <a:t>.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следующих</a:t>
            </a:r>
            <a:r>
              <a:rPr lang="en-US" sz="2000" dirty="0"/>
              <a:t> </a:t>
            </a:r>
            <a:r>
              <a:rPr lang="en-US" sz="2000" dirty="0" err="1"/>
              <a:t>этапах</a:t>
            </a:r>
            <a:r>
              <a:rPr lang="en-US" sz="2000" dirty="0"/>
              <a:t> </a:t>
            </a:r>
            <a:r>
              <a:rPr lang="en-US" sz="2000" dirty="0" err="1"/>
              <a:t>воронки</a:t>
            </a:r>
            <a:r>
              <a:rPr lang="en-US" sz="2000" dirty="0"/>
              <a:t> </a:t>
            </a:r>
            <a:r>
              <a:rPr lang="en-US" sz="2000" dirty="0" err="1"/>
              <a:t>конверсии</a:t>
            </a:r>
            <a:r>
              <a:rPr lang="en-US" sz="2000" dirty="0"/>
              <a:t> </a:t>
            </a:r>
            <a:r>
              <a:rPr lang="en-US" sz="2000" dirty="0" err="1"/>
              <a:t>выше</a:t>
            </a:r>
            <a:r>
              <a:rPr lang="en-US" sz="2000" dirty="0"/>
              <a:t>: </a:t>
            </a:r>
            <a:r>
              <a:rPr lang="en-US" sz="2000" dirty="0" err="1"/>
              <a:t>из</a:t>
            </a:r>
            <a:r>
              <a:rPr lang="en-US" sz="2000" dirty="0"/>
              <a:t> </a:t>
            </a:r>
            <a:r>
              <a:rPr lang="en-US" sz="2000" dirty="0" err="1"/>
              <a:t>каталога</a:t>
            </a:r>
            <a:r>
              <a:rPr lang="en-US" sz="2000" dirty="0"/>
              <a:t> в </a:t>
            </a:r>
            <a:r>
              <a:rPr lang="en-US" sz="2000" dirty="0" err="1"/>
              <a:t>корзину</a:t>
            </a:r>
            <a:r>
              <a:rPr lang="en-US" sz="2000" dirty="0"/>
              <a:t> 81.30%, </a:t>
            </a:r>
            <a:r>
              <a:rPr lang="en-US" sz="2000" dirty="0" err="1"/>
              <a:t>из</a:t>
            </a:r>
            <a:r>
              <a:rPr lang="en-US" sz="2000" dirty="0"/>
              <a:t> </a:t>
            </a:r>
            <a:r>
              <a:rPr lang="en-US" sz="2000" dirty="0" err="1"/>
              <a:t>корзины</a:t>
            </a:r>
            <a:r>
              <a:rPr lang="en-US" sz="2000" dirty="0"/>
              <a:t> в </a:t>
            </a:r>
            <a:r>
              <a:rPr lang="en-US" sz="2000" dirty="0" err="1"/>
              <a:t>оплату</a:t>
            </a:r>
            <a:r>
              <a:rPr lang="en-US" sz="2000" dirty="0"/>
              <a:t> 94.78%. </a:t>
            </a:r>
            <a:r>
              <a:rPr lang="ru-RU" sz="2000" dirty="0"/>
              <a:t>Этот этап целесообразно исследовать подробнее.</a:t>
            </a:r>
            <a:endParaRPr lang="en-US" sz="2000" dirty="0"/>
          </a:p>
        </p:txBody>
      </p:sp>
      <p:sp>
        <p:nvSpPr>
          <p:cNvPr id="61" name="TextBox 35">
            <a:extLst>
              <a:ext uri="{FF2B5EF4-FFF2-40B4-BE49-F238E27FC236}">
                <a16:creationId xmlns:a16="http://schemas.microsoft.com/office/drawing/2014/main" id="{EBEAE10F-44E7-0D3E-1EE4-5EE194AA9B8E}"/>
              </a:ext>
            </a:extLst>
          </p:cNvPr>
          <p:cNvSpPr txBox="1"/>
          <p:nvPr/>
        </p:nvSpPr>
        <p:spPr>
          <a:xfrm>
            <a:off x="8027739" y="4035950"/>
            <a:ext cx="9754351" cy="421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ru-RU" sz="2499" b="1" dirty="0">
                <a:solidFill>
                  <a:srgbClr val="53C28B"/>
                </a:solidFill>
                <a:ea typeface="Inter Bold"/>
                <a:cs typeface="Inter Bold"/>
                <a:sym typeface="Inter Bold"/>
              </a:rPr>
              <a:t>Изучить переход от главного экрана к каталогу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36A98E-F8F0-188C-A8E4-48FB174E6800}"/>
              </a:ext>
            </a:extLst>
          </p:cNvPr>
          <p:cNvSpPr txBox="1"/>
          <p:nvPr/>
        </p:nvSpPr>
        <p:spPr>
          <a:xfrm>
            <a:off x="8027739" y="6990210"/>
            <a:ext cx="97543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В </a:t>
            </a:r>
            <a:r>
              <a:rPr lang="en-US" sz="2000" dirty="0" err="1"/>
              <a:t>этот</a:t>
            </a:r>
            <a:r>
              <a:rPr lang="en-US" sz="2000" dirty="0"/>
              <a:t> </a:t>
            </a:r>
            <a:r>
              <a:rPr lang="en-US" sz="2000" dirty="0" err="1"/>
              <a:t>день</a:t>
            </a:r>
            <a:r>
              <a:rPr lang="en-US" sz="2000" dirty="0"/>
              <a:t> в </a:t>
            </a:r>
            <a:r>
              <a:rPr lang="en-US" sz="2000" dirty="0" err="1"/>
              <a:t>группе</a:t>
            </a:r>
            <a:r>
              <a:rPr lang="en-US" sz="2000" dirty="0"/>
              <a:t> 248 </a:t>
            </a:r>
            <a:r>
              <a:rPr lang="en-US" sz="2000" dirty="0" err="1"/>
              <a:t>заметно</a:t>
            </a:r>
            <a:r>
              <a:rPr lang="en-US" sz="2000" dirty="0"/>
              <a:t> </a:t>
            </a:r>
            <a:r>
              <a:rPr lang="en-US" sz="2000" dirty="0" err="1"/>
              <a:t>выросли</a:t>
            </a:r>
            <a:r>
              <a:rPr lang="en-US" sz="2000" dirty="0"/>
              <a:t> </a:t>
            </a:r>
            <a:r>
              <a:rPr lang="en-US" sz="2000" dirty="0" err="1"/>
              <a:t>события</a:t>
            </a:r>
            <a:r>
              <a:rPr lang="en-US" sz="2000" dirty="0"/>
              <a:t> </a:t>
            </a:r>
            <a:r>
              <a:rPr lang="en-US" sz="2000" dirty="0" err="1"/>
              <a:t>корзины</a:t>
            </a:r>
            <a:r>
              <a:rPr lang="en-US" sz="2000" dirty="0"/>
              <a:t> и </a:t>
            </a:r>
            <a:r>
              <a:rPr lang="en-US" sz="2000" dirty="0" err="1"/>
              <a:t>оплаты</a:t>
            </a:r>
            <a:r>
              <a:rPr lang="en-US" sz="2000" dirty="0"/>
              <a:t>, </a:t>
            </a:r>
            <a:r>
              <a:rPr lang="en-US" sz="2000" dirty="0" err="1"/>
              <a:t>но</a:t>
            </a:r>
            <a:r>
              <a:rPr lang="en-US" sz="2000" dirty="0"/>
              <a:t> </a:t>
            </a:r>
            <a:r>
              <a:rPr lang="en-US" sz="2000" dirty="0" err="1"/>
              <a:t>количество</a:t>
            </a:r>
            <a:r>
              <a:rPr lang="en-US" sz="2000" dirty="0"/>
              <a:t> </a:t>
            </a:r>
            <a:r>
              <a:rPr lang="en-US" sz="2000" dirty="0" err="1"/>
              <a:t>уникальных</a:t>
            </a:r>
            <a:r>
              <a:rPr lang="en-US" sz="2000" dirty="0"/>
              <a:t> </a:t>
            </a:r>
            <a:r>
              <a:rPr lang="en-US" sz="2000" dirty="0" err="1"/>
              <a:t>пользователей</a:t>
            </a:r>
            <a:r>
              <a:rPr lang="en-US" sz="2000" dirty="0"/>
              <a:t> </a:t>
            </a:r>
            <a:r>
              <a:rPr lang="en-US" sz="2000" dirty="0" err="1"/>
              <a:t>не</a:t>
            </a:r>
            <a:r>
              <a:rPr lang="en-US" sz="2000" dirty="0"/>
              <a:t> </a:t>
            </a:r>
            <a:r>
              <a:rPr lang="en-US" sz="2000" dirty="0" err="1"/>
              <a:t>изменилось</a:t>
            </a:r>
            <a:r>
              <a:rPr lang="en-US" sz="2000" dirty="0"/>
              <a:t>. </a:t>
            </a:r>
            <a:r>
              <a:rPr lang="ru-RU" sz="2000" dirty="0"/>
              <a:t>Стоит дополнительно проверить этот день на предмет технических причин.</a:t>
            </a:r>
            <a:endParaRPr lang="en-US" sz="2000" dirty="0"/>
          </a:p>
        </p:txBody>
      </p:sp>
      <p:sp>
        <p:nvSpPr>
          <p:cNvPr id="65" name="TextBox 35">
            <a:extLst>
              <a:ext uri="{FF2B5EF4-FFF2-40B4-BE49-F238E27FC236}">
                <a16:creationId xmlns:a16="http://schemas.microsoft.com/office/drawing/2014/main" id="{EFBD51CC-8980-F45E-AE5A-87F53EF524DC}"/>
              </a:ext>
            </a:extLst>
          </p:cNvPr>
          <p:cNvSpPr txBox="1"/>
          <p:nvPr/>
        </p:nvSpPr>
        <p:spPr>
          <a:xfrm>
            <a:off x="8084890" y="6444806"/>
            <a:ext cx="9754351" cy="421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ru-RU" sz="2499" b="1" dirty="0">
                <a:solidFill>
                  <a:srgbClr val="53C28B"/>
                </a:solidFill>
                <a:ea typeface="Inter Bold"/>
                <a:cs typeface="Inter Bold"/>
                <a:sym typeface="Inter Bold"/>
              </a:rPr>
              <a:t>Проверить, что произошло 2 августа 2019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1212</TotalTime>
  <Words>688</Words>
  <Application>Microsoft Office PowerPoint</Application>
  <PresentationFormat>Произвольный</PresentationFormat>
  <Paragraphs>78</Paragraphs>
  <Slides>8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Calibri</vt:lpstr>
      <vt:lpstr>Wingdings</vt:lpstr>
      <vt:lpstr>Inter Bold</vt:lpstr>
      <vt:lpstr>Montserrat Bold</vt:lpstr>
      <vt:lpstr>Inter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Daria</dc:creator>
  <cp:lastModifiedBy>Daria Bogdanova</cp:lastModifiedBy>
  <cp:revision>1</cp:revision>
  <dcterms:created xsi:type="dcterms:W3CDTF">2006-08-16T00:00:00Z</dcterms:created>
  <dcterms:modified xsi:type="dcterms:W3CDTF">2026-09-20T18:21:39Z</dcterms:modified>
  <dc:identifier>DAHVrbdgHsI</dc:identifier>
</cp:coreProperties>
</file>